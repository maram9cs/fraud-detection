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745200" cy="10744200"/>
  <p:notesSz cx="18745200" cy="10744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05890" y="3330702"/>
            <a:ext cx="15933420" cy="225628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E6E6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11780" y="6016752"/>
            <a:ext cx="13121640" cy="2686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E6E6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E6E6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37260" y="2471166"/>
            <a:ext cx="8154162" cy="7091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653778" y="2471166"/>
            <a:ext cx="8154162" cy="7091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rgbClr val="E6E6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228600" y="228600"/>
            <a:ext cx="18288000" cy="323850"/>
          </a:xfrm>
          <a:custGeom>
            <a:avLst/>
            <a:gdLst/>
            <a:ahLst/>
            <a:cxnLst/>
            <a:rect l="l" t="t" r="r" b="b"/>
            <a:pathLst>
              <a:path w="18288000" h="323850">
                <a:moveTo>
                  <a:pt x="18287998" y="323849"/>
                </a:moveTo>
                <a:lnTo>
                  <a:pt x="0" y="32384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323849"/>
                </a:lnTo>
                <a:close/>
              </a:path>
            </a:pathLst>
          </a:custGeom>
          <a:solidFill>
            <a:srgbClr val="3B3A3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28587" y="548639"/>
            <a:ext cx="18288000" cy="1222375"/>
          </a:xfrm>
          <a:custGeom>
            <a:avLst/>
            <a:gdLst/>
            <a:ahLst/>
            <a:cxnLst/>
            <a:rect l="l" t="t" r="r" b="b"/>
            <a:pathLst>
              <a:path w="18288000" h="1222375">
                <a:moveTo>
                  <a:pt x="18288000" y="1213485"/>
                </a:moveTo>
                <a:lnTo>
                  <a:pt x="0" y="1213485"/>
                </a:lnTo>
                <a:lnTo>
                  <a:pt x="0" y="1221752"/>
                </a:lnTo>
                <a:lnTo>
                  <a:pt x="18288000" y="1221752"/>
                </a:lnTo>
                <a:lnTo>
                  <a:pt x="18288000" y="1213485"/>
                </a:lnTo>
                <a:close/>
              </a:path>
              <a:path w="18288000" h="1222375">
                <a:moveTo>
                  <a:pt x="18288000" y="0"/>
                </a:moveTo>
                <a:lnTo>
                  <a:pt x="0" y="0"/>
                </a:lnTo>
                <a:lnTo>
                  <a:pt x="0" y="3810"/>
                </a:lnTo>
                <a:lnTo>
                  <a:pt x="18288000" y="3810"/>
                </a:lnTo>
                <a:lnTo>
                  <a:pt x="18288000" y="0"/>
                </a:lnTo>
                <a:close/>
              </a:path>
            </a:pathLst>
          </a:custGeom>
          <a:solidFill>
            <a:srgbClr val="000000">
              <a:alpha val="10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228600" y="1762124"/>
            <a:ext cx="18288000" cy="64135"/>
          </a:xfrm>
          <a:custGeom>
            <a:avLst/>
            <a:gdLst/>
            <a:ahLst/>
            <a:cxnLst/>
            <a:rect l="l" t="t" r="r" b="b"/>
            <a:pathLst>
              <a:path w="18288000" h="64135">
                <a:moveTo>
                  <a:pt x="0" y="64135"/>
                </a:moveTo>
                <a:lnTo>
                  <a:pt x="18287999" y="64135"/>
                </a:lnTo>
                <a:lnTo>
                  <a:pt x="18287999" y="0"/>
                </a:lnTo>
                <a:lnTo>
                  <a:pt x="0" y="0"/>
                </a:lnTo>
                <a:lnTo>
                  <a:pt x="0" y="64135"/>
                </a:lnTo>
                <a:close/>
              </a:path>
            </a:pathLst>
          </a:custGeom>
          <a:solidFill>
            <a:srgbClr val="000000">
              <a:alpha val="12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28600" y="552449"/>
            <a:ext cx="18288000" cy="1209675"/>
          </a:xfrm>
          <a:custGeom>
            <a:avLst/>
            <a:gdLst/>
            <a:ahLst/>
            <a:cxnLst/>
            <a:rect l="l" t="t" r="r" b="b"/>
            <a:pathLst>
              <a:path w="18288000" h="1209675">
                <a:moveTo>
                  <a:pt x="18287998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209674"/>
                </a:lnTo>
                <a:close/>
              </a:path>
            </a:pathLst>
          </a:custGeom>
          <a:solidFill>
            <a:srgbClr val="F2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28600" y="485775"/>
            <a:ext cx="6010275" cy="561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rgbClr val="E6E6E6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7260" y="2471166"/>
            <a:ext cx="16870680" cy="70911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373368" y="9992106"/>
            <a:ext cx="5998464" cy="53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37260" y="9992106"/>
            <a:ext cx="4311396" cy="53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496545" y="9992106"/>
            <a:ext cx="4311396" cy="5372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A1A1A">
              <a:alpha val="85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4511675" y="1311275"/>
            <a:ext cx="10502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60">
                <a:solidFill>
                  <a:srgbClr val="E6E6E6"/>
                </a:solidFill>
                <a:latin typeface="Tahoma"/>
                <a:cs typeface="Tahoma"/>
              </a:rPr>
              <a:t>#</a:t>
            </a:r>
            <a:r>
              <a:rPr dirty="0" sz="1500" spc="-12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5">
                <a:solidFill>
                  <a:srgbClr val="E6E6E6"/>
                </a:solidFill>
                <a:latin typeface="Tahoma"/>
                <a:cs typeface="Tahoma"/>
              </a:rPr>
              <a:t>Transaction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514850" y="1695449"/>
            <a:ext cx="3448050" cy="1400175"/>
            <a:chOff x="4514850" y="1695449"/>
            <a:chExt cx="3448050" cy="1400175"/>
          </a:xfrm>
        </p:grpSpPr>
        <p:sp>
          <p:nvSpPr>
            <p:cNvPr id="6" name="object 6"/>
            <p:cNvSpPr/>
            <p:nvPr/>
          </p:nvSpPr>
          <p:spPr>
            <a:xfrm>
              <a:off x="4524374" y="1704974"/>
              <a:ext cx="3429000" cy="1381125"/>
            </a:xfrm>
            <a:custGeom>
              <a:avLst/>
              <a:gdLst/>
              <a:ahLst/>
              <a:cxnLst/>
              <a:rect l="l" t="t" r="r" b="b"/>
              <a:pathLst>
                <a:path w="3429000" h="1381125">
                  <a:moveTo>
                    <a:pt x="3384987" y="1381124"/>
                  </a:moveTo>
                  <a:lnTo>
                    <a:pt x="44012" y="1381124"/>
                  </a:lnTo>
                  <a:lnTo>
                    <a:pt x="23812" y="1366837"/>
                  </a:lnTo>
                  <a:lnTo>
                    <a:pt x="6548" y="1342429"/>
                  </a:lnTo>
                  <a:lnTo>
                    <a:pt x="0" y="131444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352799" y="0"/>
                  </a:lnTo>
                  <a:lnTo>
                    <a:pt x="3380779" y="6548"/>
                  </a:lnTo>
                  <a:lnTo>
                    <a:pt x="3405187" y="23812"/>
                  </a:lnTo>
                  <a:lnTo>
                    <a:pt x="3422451" y="48220"/>
                  </a:lnTo>
                  <a:lnTo>
                    <a:pt x="3428999" y="76199"/>
                  </a:lnTo>
                  <a:lnTo>
                    <a:pt x="3428999" y="1314449"/>
                  </a:lnTo>
                  <a:lnTo>
                    <a:pt x="3422451" y="1342429"/>
                  </a:lnTo>
                  <a:lnTo>
                    <a:pt x="3405187" y="1366837"/>
                  </a:lnTo>
                  <a:lnTo>
                    <a:pt x="3384987" y="13811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4524375" y="1704974"/>
              <a:ext cx="3429000" cy="1381125"/>
            </a:xfrm>
            <a:custGeom>
              <a:avLst/>
              <a:gdLst/>
              <a:ahLst/>
              <a:cxnLst/>
              <a:rect l="l" t="t" r="r" b="b"/>
              <a:pathLst>
                <a:path w="3429000" h="1381125">
                  <a:moveTo>
                    <a:pt x="44012" y="1381124"/>
                  </a:moveTo>
                  <a:lnTo>
                    <a:pt x="23812" y="1366837"/>
                  </a:lnTo>
                  <a:lnTo>
                    <a:pt x="6548" y="1342429"/>
                  </a:lnTo>
                  <a:lnTo>
                    <a:pt x="0" y="1314449"/>
                  </a:lnTo>
                  <a:lnTo>
                    <a:pt x="0" y="76199"/>
                  </a:ln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352799" y="0"/>
                  </a:lnTo>
                  <a:lnTo>
                    <a:pt x="3405187" y="23812"/>
                  </a:lnTo>
                  <a:lnTo>
                    <a:pt x="3428999" y="76199"/>
                  </a:lnTo>
                  <a:lnTo>
                    <a:pt x="3428999" y="1314449"/>
                  </a:lnTo>
                  <a:lnTo>
                    <a:pt x="3422451" y="1342429"/>
                  </a:lnTo>
                  <a:lnTo>
                    <a:pt x="3405187" y="1366837"/>
                  </a:lnTo>
                  <a:lnTo>
                    <a:pt x="3384987" y="1381124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4533899" y="1714499"/>
              <a:ext cx="3409950" cy="1367155"/>
            </a:xfrm>
            <a:custGeom>
              <a:avLst/>
              <a:gdLst/>
              <a:ahLst/>
              <a:cxnLst/>
              <a:rect l="l" t="t" r="r" b="b"/>
              <a:pathLst>
                <a:path w="3409950" h="1367155">
                  <a:moveTo>
                    <a:pt x="3343274" y="1366837"/>
                  </a:moveTo>
                  <a:lnTo>
                    <a:pt x="66675" y="1366837"/>
                  </a:lnTo>
                  <a:lnTo>
                    <a:pt x="42192" y="1361107"/>
                  </a:lnTo>
                  <a:lnTo>
                    <a:pt x="20836" y="1346001"/>
                  </a:lnTo>
                  <a:lnTo>
                    <a:pt x="5729" y="1324644"/>
                  </a:lnTo>
                  <a:lnTo>
                    <a:pt x="0" y="1300162"/>
                  </a:lnTo>
                  <a:lnTo>
                    <a:pt x="0" y="61912"/>
                  </a:lnTo>
                  <a:lnTo>
                    <a:pt x="20836" y="16073"/>
                  </a:lnTo>
                  <a:lnTo>
                    <a:pt x="3363623" y="0"/>
                  </a:lnTo>
                  <a:lnTo>
                    <a:pt x="3367757" y="967"/>
                  </a:lnTo>
                  <a:lnTo>
                    <a:pt x="3389114" y="16073"/>
                  </a:lnTo>
                  <a:lnTo>
                    <a:pt x="3404220" y="37430"/>
                  </a:lnTo>
                  <a:lnTo>
                    <a:pt x="3409949" y="61912"/>
                  </a:lnTo>
                  <a:lnTo>
                    <a:pt x="3409949" y="1300162"/>
                  </a:lnTo>
                  <a:lnTo>
                    <a:pt x="3404220" y="1324644"/>
                  </a:lnTo>
                  <a:lnTo>
                    <a:pt x="3389114" y="1346001"/>
                  </a:lnTo>
                  <a:lnTo>
                    <a:pt x="3367757" y="1361107"/>
                  </a:lnTo>
                  <a:lnTo>
                    <a:pt x="3343274" y="1366837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673599" y="2168525"/>
            <a:ext cx="144462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118.108K</a:t>
            </a:r>
            <a:endParaRPr sz="30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07350" y="1311275"/>
            <a:ext cx="16802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60">
                <a:solidFill>
                  <a:srgbClr val="FF8990"/>
                </a:solidFill>
                <a:latin typeface="Tahoma"/>
                <a:cs typeface="Tahoma"/>
              </a:rPr>
              <a:t>#</a:t>
            </a:r>
            <a:r>
              <a:rPr dirty="0" sz="1500" spc="-105">
                <a:solidFill>
                  <a:srgbClr val="FF8990"/>
                </a:solidFill>
                <a:latin typeface="Tahoma"/>
                <a:cs typeface="Tahoma"/>
              </a:rPr>
              <a:t> </a:t>
            </a:r>
            <a:r>
              <a:rPr dirty="0" sz="1500" spc="-70">
                <a:solidFill>
                  <a:srgbClr val="FF8990"/>
                </a:solidFill>
                <a:latin typeface="Tahoma"/>
                <a:cs typeface="Tahoma"/>
              </a:rPr>
              <a:t>Transaction</a:t>
            </a:r>
            <a:r>
              <a:rPr dirty="0" sz="1500" spc="-100">
                <a:solidFill>
                  <a:srgbClr val="FF8990"/>
                </a:solidFill>
                <a:latin typeface="Tahoma"/>
                <a:cs typeface="Tahoma"/>
              </a:rPr>
              <a:t> </a:t>
            </a:r>
            <a:r>
              <a:rPr dirty="0" sz="1500" spc="180">
                <a:solidFill>
                  <a:srgbClr val="FF8990"/>
                </a:solidFill>
                <a:latin typeface="Tahoma"/>
                <a:cs typeface="Tahoma"/>
              </a:rPr>
              <a:t>-</a:t>
            </a:r>
            <a:r>
              <a:rPr dirty="0" sz="1500" spc="-100">
                <a:solidFill>
                  <a:srgbClr val="FF8990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FF8990"/>
                </a:solidFill>
                <a:latin typeface="Tahoma"/>
                <a:cs typeface="Tahoma"/>
              </a:rPr>
              <a:t>Fraud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010524" y="1695449"/>
            <a:ext cx="3467100" cy="1400175"/>
            <a:chOff x="8010524" y="1695449"/>
            <a:chExt cx="3467100" cy="1400175"/>
          </a:xfrm>
        </p:grpSpPr>
        <p:sp>
          <p:nvSpPr>
            <p:cNvPr id="12" name="object 12"/>
            <p:cNvSpPr/>
            <p:nvPr/>
          </p:nvSpPr>
          <p:spPr>
            <a:xfrm>
              <a:off x="8020049" y="1704974"/>
              <a:ext cx="3448050" cy="1381125"/>
            </a:xfrm>
            <a:custGeom>
              <a:avLst/>
              <a:gdLst/>
              <a:ahLst/>
              <a:cxnLst/>
              <a:rect l="l" t="t" r="r" b="b"/>
              <a:pathLst>
                <a:path w="3448050" h="1381125">
                  <a:moveTo>
                    <a:pt x="3404037" y="1381124"/>
                  </a:moveTo>
                  <a:lnTo>
                    <a:pt x="44012" y="1381124"/>
                  </a:lnTo>
                  <a:lnTo>
                    <a:pt x="23812" y="1366837"/>
                  </a:lnTo>
                  <a:lnTo>
                    <a:pt x="6548" y="1342429"/>
                  </a:lnTo>
                  <a:lnTo>
                    <a:pt x="0" y="131444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371849" y="0"/>
                  </a:lnTo>
                  <a:lnTo>
                    <a:pt x="3399829" y="6548"/>
                  </a:lnTo>
                  <a:lnTo>
                    <a:pt x="3424237" y="23812"/>
                  </a:lnTo>
                  <a:lnTo>
                    <a:pt x="3441501" y="48220"/>
                  </a:lnTo>
                  <a:lnTo>
                    <a:pt x="3448049" y="76199"/>
                  </a:lnTo>
                  <a:lnTo>
                    <a:pt x="3448049" y="1314449"/>
                  </a:lnTo>
                  <a:lnTo>
                    <a:pt x="3441501" y="1342429"/>
                  </a:lnTo>
                  <a:lnTo>
                    <a:pt x="3424237" y="1366837"/>
                  </a:lnTo>
                  <a:lnTo>
                    <a:pt x="3404037" y="13811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8020049" y="1704974"/>
              <a:ext cx="3448050" cy="1381125"/>
            </a:xfrm>
            <a:custGeom>
              <a:avLst/>
              <a:gdLst/>
              <a:ahLst/>
              <a:cxnLst/>
              <a:rect l="l" t="t" r="r" b="b"/>
              <a:pathLst>
                <a:path w="3448050" h="1381125">
                  <a:moveTo>
                    <a:pt x="44012" y="1381124"/>
                  </a:moveTo>
                  <a:lnTo>
                    <a:pt x="23812" y="1366837"/>
                  </a:lnTo>
                  <a:lnTo>
                    <a:pt x="6548" y="1342429"/>
                  </a:lnTo>
                  <a:lnTo>
                    <a:pt x="0" y="1314449"/>
                  </a:lnTo>
                  <a:lnTo>
                    <a:pt x="0" y="76199"/>
                  </a:ln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371849" y="0"/>
                  </a:lnTo>
                  <a:lnTo>
                    <a:pt x="3424237" y="23812"/>
                  </a:lnTo>
                  <a:lnTo>
                    <a:pt x="3448049" y="76199"/>
                  </a:lnTo>
                  <a:lnTo>
                    <a:pt x="3448049" y="1314449"/>
                  </a:lnTo>
                  <a:lnTo>
                    <a:pt x="3441501" y="1342429"/>
                  </a:lnTo>
                  <a:lnTo>
                    <a:pt x="3424237" y="1366837"/>
                  </a:lnTo>
                  <a:lnTo>
                    <a:pt x="3404037" y="1381124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8029574" y="1714499"/>
              <a:ext cx="3429000" cy="1367155"/>
            </a:xfrm>
            <a:custGeom>
              <a:avLst/>
              <a:gdLst/>
              <a:ahLst/>
              <a:cxnLst/>
              <a:rect l="l" t="t" r="r" b="b"/>
              <a:pathLst>
                <a:path w="3429000" h="1367155">
                  <a:moveTo>
                    <a:pt x="3362325" y="1366837"/>
                  </a:moveTo>
                  <a:lnTo>
                    <a:pt x="66675" y="1366837"/>
                  </a:lnTo>
                  <a:lnTo>
                    <a:pt x="42192" y="1361107"/>
                  </a:lnTo>
                  <a:lnTo>
                    <a:pt x="20836" y="1346001"/>
                  </a:lnTo>
                  <a:lnTo>
                    <a:pt x="5730" y="1324644"/>
                  </a:lnTo>
                  <a:lnTo>
                    <a:pt x="0" y="1300162"/>
                  </a:lnTo>
                  <a:lnTo>
                    <a:pt x="0" y="61912"/>
                  </a:lnTo>
                  <a:lnTo>
                    <a:pt x="20836" y="16073"/>
                  </a:lnTo>
                  <a:lnTo>
                    <a:pt x="3382673" y="0"/>
                  </a:lnTo>
                  <a:lnTo>
                    <a:pt x="3386807" y="967"/>
                  </a:lnTo>
                  <a:lnTo>
                    <a:pt x="3408164" y="16073"/>
                  </a:lnTo>
                  <a:lnTo>
                    <a:pt x="3423270" y="37430"/>
                  </a:lnTo>
                  <a:lnTo>
                    <a:pt x="3428999" y="61912"/>
                  </a:lnTo>
                  <a:lnTo>
                    <a:pt x="3428999" y="1300162"/>
                  </a:lnTo>
                  <a:lnTo>
                    <a:pt x="3423270" y="1324644"/>
                  </a:lnTo>
                  <a:lnTo>
                    <a:pt x="3408164" y="1346001"/>
                  </a:lnTo>
                  <a:lnTo>
                    <a:pt x="3386807" y="1361107"/>
                  </a:lnTo>
                  <a:lnTo>
                    <a:pt x="3362325" y="1366837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169275" y="2168525"/>
            <a:ext cx="121348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4.064K</a:t>
            </a:r>
            <a:endParaRPr sz="300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503024" y="1311275"/>
            <a:ext cx="10496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95">
                <a:solidFill>
                  <a:srgbClr val="FF8990"/>
                </a:solidFill>
                <a:latin typeface="Tahoma"/>
                <a:cs typeface="Tahoma"/>
              </a:rPr>
              <a:t>%</a:t>
            </a:r>
            <a:r>
              <a:rPr dirty="0" sz="1500" spc="-110">
                <a:solidFill>
                  <a:srgbClr val="FF8990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FF8990"/>
                </a:solidFill>
                <a:latin typeface="Tahoma"/>
                <a:cs typeface="Tahoma"/>
              </a:rPr>
              <a:t>Fraud</a:t>
            </a:r>
            <a:r>
              <a:rPr dirty="0" sz="1500" spc="-105">
                <a:solidFill>
                  <a:srgbClr val="FF8990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FF8990"/>
                </a:solidFill>
                <a:latin typeface="Tahoma"/>
                <a:cs typeface="Tahoma"/>
              </a:rPr>
              <a:t>Rate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506200" y="1695449"/>
            <a:ext cx="3467100" cy="1400175"/>
            <a:chOff x="11506200" y="1695449"/>
            <a:chExt cx="3467100" cy="1400175"/>
          </a:xfrm>
        </p:grpSpPr>
        <p:sp>
          <p:nvSpPr>
            <p:cNvPr id="18" name="object 18"/>
            <p:cNvSpPr/>
            <p:nvPr/>
          </p:nvSpPr>
          <p:spPr>
            <a:xfrm>
              <a:off x="11515725" y="1704974"/>
              <a:ext cx="3448050" cy="1381125"/>
            </a:xfrm>
            <a:custGeom>
              <a:avLst/>
              <a:gdLst/>
              <a:ahLst/>
              <a:cxnLst/>
              <a:rect l="l" t="t" r="r" b="b"/>
              <a:pathLst>
                <a:path w="3448050" h="1381125">
                  <a:moveTo>
                    <a:pt x="3404037" y="1381124"/>
                  </a:moveTo>
                  <a:lnTo>
                    <a:pt x="44012" y="1381124"/>
                  </a:lnTo>
                  <a:lnTo>
                    <a:pt x="23812" y="1366837"/>
                  </a:lnTo>
                  <a:lnTo>
                    <a:pt x="6548" y="1342429"/>
                  </a:lnTo>
                  <a:lnTo>
                    <a:pt x="0" y="131444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371849" y="0"/>
                  </a:lnTo>
                  <a:lnTo>
                    <a:pt x="3399829" y="6548"/>
                  </a:lnTo>
                  <a:lnTo>
                    <a:pt x="3424236" y="23812"/>
                  </a:lnTo>
                  <a:lnTo>
                    <a:pt x="3441501" y="48220"/>
                  </a:lnTo>
                  <a:lnTo>
                    <a:pt x="3448049" y="76199"/>
                  </a:lnTo>
                  <a:lnTo>
                    <a:pt x="3448049" y="1314449"/>
                  </a:lnTo>
                  <a:lnTo>
                    <a:pt x="3441501" y="1342429"/>
                  </a:lnTo>
                  <a:lnTo>
                    <a:pt x="3424237" y="1366837"/>
                  </a:lnTo>
                  <a:lnTo>
                    <a:pt x="3404037" y="13811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1515725" y="1704974"/>
              <a:ext cx="3448050" cy="1381125"/>
            </a:xfrm>
            <a:custGeom>
              <a:avLst/>
              <a:gdLst/>
              <a:ahLst/>
              <a:cxnLst/>
              <a:rect l="l" t="t" r="r" b="b"/>
              <a:pathLst>
                <a:path w="3448050" h="1381125">
                  <a:moveTo>
                    <a:pt x="44012" y="1381124"/>
                  </a:moveTo>
                  <a:lnTo>
                    <a:pt x="23812" y="1366837"/>
                  </a:lnTo>
                  <a:lnTo>
                    <a:pt x="6548" y="1342429"/>
                  </a:lnTo>
                  <a:lnTo>
                    <a:pt x="0" y="1314449"/>
                  </a:lnTo>
                  <a:lnTo>
                    <a:pt x="0" y="76200"/>
                  </a:ln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371849" y="0"/>
                  </a:lnTo>
                  <a:lnTo>
                    <a:pt x="3424237" y="23812"/>
                  </a:lnTo>
                  <a:lnTo>
                    <a:pt x="3448049" y="76199"/>
                  </a:lnTo>
                  <a:lnTo>
                    <a:pt x="3448049" y="1314449"/>
                  </a:lnTo>
                  <a:lnTo>
                    <a:pt x="3441501" y="1342429"/>
                  </a:lnTo>
                  <a:lnTo>
                    <a:pt x="3424237" y="1366837"/>
                  </a:lnTo>
                  <a:lnTo>
                    <a:pt x="3404037" y="1381124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1525250" y="1714499"/>
              <a:ext cx="3429000" cy="1367155"/>
            </a:xfrm>
            <a:custGeom>
              <a:avLst/>
              <a:gdLst/>
              <a:ahLst/>
              <a:cxnLst/>
              <a:rect l="l" t="t" r="r" b="b"/>
              <a:pathLst>
                <a:path w="3429000" h="1367155">
                  <a:moveTo>
                    <a:pt x="3362325" y="1366837"/>
                  </a:moveTo>
                  <a:lnTo>
                    <a:pt x="66675" y="1366837"/>
                  </a:lnTo>
                  <a:lnTo>
                    <a:pt x="42192" y="1361107"/>
                  </a:lnTo>
                  <a:lnTo>
                    <a:pt x="20836" y="1346001"/>
                  </a:lnTo>
                  <a:lnTo>
                    <a:pt x="5730" y="1324644"/>
                  </a:lnTo>
                  <a:lnTo>
                    <a:pt x="0" y="1300162"/>
                  </a:lnTo>
                  <a:lnTo>
                    <a:pt x="0" y="61912"/>
                  </a:lnTo>
                  <a:lnTo>
                    <a:pt x="20836" y="16073"/>
                  </a:lnTo>
                  <a:lnTo>
                    <a:pt x="3382673" y="0"/>
                  </a:lnTo>
                  <a:lnTo>
                    <a:pt x="3386807" y="967"/>
                  </a:lnTo>
                  <a:lnTo>
                    <a:pt x="3408164" y="16073"/>
                  </a:lnTo>
                  <a:lnTo>
                    <a:pt x="3423270" y="37430"/>
                  </a:lnTo>
                  <a:lnTo>
                    <a:pt x="3428999" y="61912"/>
                  </a:lnTo>
                  <a:lnTo>
                    <a:pt x="3428999" y="1300162"/>
                  </a:lnTo>
                  <a:lnTo>
                    <a:pt x="3423270" y="1324644"/>
                  </a:lnTo>
                  <a:lnTo>
                    <a:pt x="3408164" y="1346001"/>
                  </a:lnTo>
                  <a:lnTo>
                    <a:pt x="3386807" y="1361107"/>
                  </a:lnTo>
                  <a:lnTo>
                    <a:pt x="3362325" y="1366837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1664949" y="2168525"/>
            <a:ext cx="108839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3.44%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3374" y="3333750"/>
            <a:ext cx="4610100" cy="3752850"/>
            <a:chOff x="333374" y="3333750"/>
            <a:chExt cx="4610100" cy="3752850"/>
          </a:xfrm>
        </p:grpSpPr>
        <p:sp>
          <p:nvSpPr>
            <p:cNvPr id="23" name="object 23"/>
            <p:cNvSpPr/>
            <p:nvPr/>
          </p:nvSpPr>
          <p:spPr>
            <a:xfrm>
              <a:off x="338137" y="3338512"/>
              <a:ext cx="4600575" cy="3743325"/>
            </a:xfrm>
            <a:custGeom>
              <a:avLst/>
              <a:gdLst/>
              <a:ahLst/>
              <a:cxnLst/>
              <a:rect l="l" t="t" r="r" b="b"/>
              <a:pathLst>
                <a:path w="4600575" h="3743325">
                  <a:moveTo>
                    <a:pt x="4533827" y="3743324"/>
                  </a:moveTo>
                  <a:lnTo>
                    <a:pt x="66746" y="3743324"/>
                  </a:lnTo>
                  <a:lnTo>
                    <a:pt x="62101" y="3742866"/>
                  </a:lnTo>
                  <a:lnTo>
                    <a:pt x="24240" y="3725717"/>
                  </a:lnTo>
                  <a:lnTo>
                    <a:pt x="2287" y="3690424"/>
                  </a:lnTo>
                  <a:lnTo>
                    <a:pt x="0" y="3676577"/>
                  </a:lnTo>
                  <a:lnTo>
                    <a:pt x="0" y="3671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533827" y="0"/>
                  </a:lnTo>
                  <a:lnTo>
                    <a:pt x="4572725" y="14645"/>
                  </a:lnTo>
                  <a:lnTo>
                    <a:pt x="4596930" y="48433"/>
                  </a:lnTo>
                  <a:lnTo>
                    <a:pt x="4600574" y="66746"/>
                  </a:lnTo>
                  <a:lnTo>
                    <a:pt x="4600574" y="3676577"/>
                  </a:lnTo>
                  <a:lnTo>
                    <a:pt x="4585928" y="3715475"/>
                  </a:lnTo>
                  <a:lnTo>
                    <a:pt x="4552140" y="3739681"/>
                  </a:lnTo>
                  <a:lnTo>
                    <a:pt x="4538472" y="3742866"/>
                  </a:lnTo>
                  <a:lnTo>
                    <a:pt x="4533827" y="37433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38137" y="3338512"/>
              <a:ext cx="4600575" cy="3743325"/>
            </a:xfrm>
            <a:custGeom>
              <a:avLst/>
              <a:gdLst/>
              <a:ahLst/>
              <a:cxnLst/>
              <a:rect l="l" t="t" r="r" b="b"/>
              <a:pathLst>
                <a:path w="4600575" h="3743325">
                  <a:moveTo>
                    <a:pt x="0" y="3671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529137" y="0"/>
                  </a:lnTo>
                  <a:lnTo>
                    <a:pt x="4533827" y="0"/>
                  </a:lnTo>
                  <a:lnTo>
                    <a:pt x="4538472" y="457"/>
                  </a:lnTo>
                  <a:lnTo>
                    <a:pt x="4543073" y="1372"/>
                  </a:lnTo>
                  <a:lnTo>
                    <a:pt x="4547674" y="2287"/>
                  </a:lnTo>
                  <a:lnTo>
                    <a:pt x="4552140" y="3642"/>
                  </a:lnTo>
                  <a:lnTo>
                    <a:pt x="4556474" y="5437"/>
                  </a:lnTo>
                  <a:lnTo>
                    <a:pt x="4560808" y="7232"/>
                  </a:lnTo>
                  <a:lnTo>
                    <a:pt x="4591140" y="35649"/>
                  </a:lnTo>
                  <a:lnTo>
                    <a:pt x="4600574" y="71437"/>
                  </a:lnTo>
                  <a:lnTo>
                    <a:pt x="4600574" y="3671887"/>
                  </a:lnTo>
                  <a:lnTo>
                    <a:pt x="4600574" y="3676577"/>
                  </a:lnTo>
                  <a:lnTo>
                    <a:pt x="4600116" y="3681223"/>
                  </a:lnTo>
                  <a:lnTo>
                    <a:pt x="4599201" y="3685823"/>
                  </a:lnTo>
                  <a:lnTo>
                    <a:pt x="4598286" y="3690424"/>
                  </a:lnTo>
                  <a:lnTo>
                    <a:pt x="4588534" y="3711575"/>
                  </a:lnTo>
                  <a:lnTo>
                    <a:pt x="4585928" y="3715475"/>
                  </a:lnTo>
                  <a:lnTo>
                    <a:pt x="4552140" y="3739681"/>
                  </a:lnTo>
                  <a:lnTo>
                    <a:pt x="4529137" y="3743324"/>
                  </a:lnTo>
                  <a:lnTo>
                    <a:pt x="71437" y="3743324"/>
                  </a:lnTo>
                  <a:lnTo>
                    <a:pt x="31748" y="3731285"/>
                  </a:lnTo>
                  <a:lnTo>
                    <a:pt x="27848" y="3728679"/>
                  </a:lnTo>
                  <a:lnTo>
                    <a:pt x="3642" y="3694891"/>
                  </a:lnTo>
                  <a:lnTo>
                    <a:pt x="0" y="3676577"/>
                  </a:lnTo>
                  <a:lnTo>
                    <a:pt x="0" y="3671887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482600" y="3399631"/>
            <a:ext cx="1571625" cy="501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Actual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E6E6E6"/>
                </a:solidFill>
                <a:latin typeface="Tahoma"/>
                <a:cs typeface="Tahoma"/>
              </a:rPr>
              <a:t>Rate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by </a:t>
            </a:r>
            <a:r>
              <a:rPr dirty="0" sz="1200" spc="-10">
                <a:solidFill>
                  <a:srgbClr val="C7C7C7"/>
                </a:solidFill>
                <a:latin typeface="Segoe UI"/>
                <a:cs typeface="Segoe UI"/>
              </a:rPr>
              <a:t>AmountBand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76287" y="4152900"/>
            <a:ext cx="4010025" cy="2114550"/>
            <a:chOff x="776287" y="4152900"/>
            <a:chExt cx="4010025" cy="2114550"/>
          </a:xfrm>
        </p:grpSpPr>
        <p:sp>
          <p:nvSpPr>
            <p:cNvPr id="27" name="object 27"/>
            <p:cNvSpPr/>
            <p:nvPr/>
          </p:nvSpPr>
          <p:spPr>
            <a:xfrm>
              <a:off x="781049" y="6262687"/>
              <a:ext cx="4000500" cy="0"/>
            </a:xfrm>
            <a:custGeom>
              <a:avLst/>
              <a:gdLst/>
              <a:ahLst/>
              <a:cxnLst/>
              <a:rect l="l" t="t" r="r" b="b"/>
              <a:pathLst>
                <a:path w="4000500" h="0">
                  <a:moveTo>
                    <a:pt x="0" y="0"/>
                  </a:moveTo>
                  <a:lnTo>
                    <a:pt x="4000499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781049" y="4683918"/>
              <a:ext cx="4000500" cy="1052830"/>
            </a:xfrm>
            <a:custGeom>
              <a:avLst/>
              <a:gdLst/>
              <a:ahLst/>
              <a:cxnLst/>
              <a:rect l="l" t="t" r="r" b="b"/>
              <a:pathLst>
                <a:path w="4000500" h="1052829">
                  <a:moveTo>
                    <a:pt x="0" y="1052512"/>
                  </a:moveTo>
                  <a:lnTo>
                    <a:pt x="253999" y="1052512"/>
                  </a:lnTo>
                </a:path>
                <a:path w="4000500" h="1052829">
                  <a:moveTo>
                    <a:pt x="548154" y="1052512"/>
                  </a:moveTo>
                  <a:lnTo>
                    <a:pt x="888999" y="1052512"/>
                  </a:lnTo>
                </a:path>
                <a:path w="4000500" h="1052829">
                  <a:moveTo>
                    <a:pt x="1183154" y="1052512"/>
                  </a:moveTo>
                  <a:lnTo>
                    <a:pt x="1523999" y="1052512"/>
                  </a:lnTo>
                </a:path>
                <a:path w="4000500" h="1052829">
                  <a:moveTo>
                    <a:pt x="1818154" y="1052512"/>
                  </a:moveTo>
                  <a:lnTo>
                    <a:pt x="2158999" y="1052512"/>
                  </a:lnTo>
                </a:path>
                <a:path w="4000500" h="1052829">
                  <a:moveTo>
                    <a:pt x="2453154" y="1052512"/>
                  </a:moveTo>
                  <a:lnTo>
                    <a:pt x="2793999" y="1052512"/>
                  </a:lnTo>
                </a:path>
                <a:path w="4000500" h="1052829">
                  <a:moveTo>
                    <a:pt x="3088154" y="1052512"/>
                  </a:moveTo>
                  <a:lnTo>
                    <a:pt x="3428999" y="1052512"/>
                  </a:lnTo>
                </a:path>
                <a:path w="4000500" h="1052829">
                  <a:moveTo>
                    <a:pt x="3723154" y="1052512"/>
                  </a:moveTo>
                  <a:lnTo>
                    <a:pt x="4000499" y="1052512"/>
                  </a:lnTo>
                </a:path>
                <a:path w="4000500" h="1052829">
                  <a:moveTo>
                    <a:pt x="0" y="526256"/>
                  </a:moveTo>
                  <a:lnTo>
                    <a:pt x="253999" y="526256"/>
                  </a:lnTo>
                </a:path>
                <a:path w="4000500" h="1052829">
                  <a:moveTo>
                    <a:pt x="548154" y="526256"/>
                  </a:moveTo>
                  <a:lnTo>
                    <a:pt x="888999" y="526256"/>
                  </a:lnTo>
                </a:path>
                <a:path w="4000500" h="1052829">
                  <a:moveTo>
                    <a:pt x="1183154" y="526256"/>
                  </a:moveTo>
                  <a:lnTo>
                    <a:pt x="4000499" y="526256"/>
                  </a:lnTo>
                </a:path>
                <a:path w="4000500" h="1052829">
                  <a:moveTo>
                    <a:pt x="0" y="0"/>
                  </a:moveTo>
                  <a:lnTo>
                    <a:pt x="253999" y="0"/>
                  </a:lnTo>
                </a:path>
                <a:path w="4000500" h="1052829">
                  <a:moveTo>
                    <a:pt x="548154" y="0"/>
                  </a:moveTo>
                  <a:lnTo>
                    <a:pt x="4000499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81049" y="4157662"/>
              <a:ext cx="4000500" cy="0"/>
            </a:xfrm>
            <a:custGeom>
              <a:avLst/>
              <a:gdLst/>
              <a:ahLst/>
              <a:cxnLst/>
              <a:rect l="l" t="t" r="r" b="b"/>
              <a:pathLst>
                <a:path w="4000500" h="0">
                  <a:moveTo>
                    <a:pt x="0" y="0"/>
                  </a:moveTo>
                  <a:lnTo>
                    <a:pt x="4000499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035037" y="4577879"/>
              <a:ext cx="3469640" cy="1680210"/>
            </a:xfrm>
            <a:custGeom>
              <a:avLst/>
              <a:gdLst/>
              <a:ahLst/>
              <a:cxnLst/>
              <a:rect l="l" t="t" r="r" b="b"/>
              <a:pathLst>
                <a:path w="3469640" h="1680210">
                  <a:moveTo>
                    <a:pt x="294157" y="0"/>
                  </a:moveTo>
                  <a:lnTo>
                    <a:pt x="0" y="0"/>
                  </a:lnTo>
                  <a:lnTo>
                    <a:pt x="0" y="1680044"/>
                  </a:lnTo>
                  <a:lnTo>
                    <a:pt x="294157" y="1680044"/>
                  </a:lnTo>
                  <a:lnTo>
                    <a:pt x="294157" y="0"/>
                  </a:lnTo>
                  <a:close/>
                </a:path>
                <a:path w="3469640" h="1680210">
                  <a:moveTo>
                    <a:pt x="929157" y="606653"/>
                  </a:moveTo>
                  <a:lnTo>
                    <a:pt x="635000" y="606653"/>
                  </a:lnTo>
                  <a:lnTo>
                    <a:pt x="635000" y="1680044"/>
                  </a:lnTo>
                  <a:lnTo>
                    <a:pt x="929157" y="1680044"/>
                  </a:lnTo>
                  <a:lnTo>
                    <a:pt x="929157" y="606653"/>
                  </a:lnTo>
                  <a:close/>
                </a:path>
                <a:path w="3469640" h="1680210">
                  <a:moveTo>
                    <a:pt x="1564157" y="700989"/>
                  </a:moveTo>
                  <a:lnTo>
                    <a:pt x="1270000" y="700989"/>
                  </a:lnTo>
                  <a:lnTo>
                    <a:pt x="1270000" y="1680044"/>
                  </a:lnTo>
                  <a:lnTo>
                    <a:pt x="1564157" y="1680044"/>
                  </a:lnTo>
                  <a:lnTo>
                    <a:pt x="1564157" y="700989"/>
                  </a:lnTo>
                  <a:close/>
                </a:path>
                <a:path w="3469640" h="1680210">
                  <a:moveTo>
                    <a:pt x="2199157" y="862977"/>
                  </a:moveTo>
                  <a:lnTo>
                    <a:pt x="1905000" y="862977"/>
                  </a:lnTo>
                  <a:lnTo>
                    <a:pt x="1905000" y="1680044"/>
                  </a:lnTo>
                  <a:lnTo>
                    <a:pt x="2199157" y="1680044"/>
                  </a:lnTo>
                  <a:lnTo>
                    <a:pt x="2199157" y="862977"/>
                  </a:lnTo>
                  <a:close/>
                </a:path>
                <a:path w="3469640" h="1680210">
                  <a:moveTo>
                    <a:pt x="2834157" y="929741"/>
                  </a:moveTo>
                  <a:lnTo>
                    <a:pt x="2540000" y="929741"/>
                  </a:lnTo>
                  <a:lnTo>
                    <a:pt x="2540000" y="1680044"/>
                  </a:lnTo>
                  <a:lnTo>
                    <a:pt x="2834157" y="1680044"/>
                  </a:lnTo>
                  <a:lnTo>
                    <a:pt x="2834157" y="929741"/>
                  </a:lnTo>
                  <a:close/>
                </a:path>
                <a:path w="3469640" h="1680210">
                  <a:moveTo>
                    <a:pt x="3469157" y="944829"/>
                  </a:moveTo>
                  <a:lnTo>
                    <a:pt x="3175000" y="944829"/>
                  </a:lnTo>
                  <a:lnTo>
                    <a:pt x="3175000" y="1680044"/>
                  </a:lnTo>
                  <a:lnTo>
                    <a:pt x="3469157" y="1680044"/>
                  </a:lnTo>
                  <a:lnTo>
                    <a:pt x="3469157" y="944829"/>
                  </a:lnTo>
                  <a:close/>
                </a:path>
              </a:pathLst>
            </a:custGeom>
            <a:solidFill>
              <a:srgbClr val="4DA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91976" y="6159350"/>
            <a:ext cx="2070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1976" y="5633094"/>
            <a:ext cx="2070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2%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1976" y="5106838"/>
            <a:ext cx="2070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4%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1976" y="4580582"/>
            <a:ext cx="2070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6%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1976" y="4054326"/>
            <a:ext cx="2070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8%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24669" y="6343332"/>
            <a:ext cx="538480" cy="55435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5. 500 </a:t>
            </a: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to</a:t>
            </a:r>
            <a:endParaRPr sz="1050">
              <a:latin typeface="Segoe UI"/>
              <a:cs typeface="Segoe UI"/>
            </a:endParaRPr>
          </a:p>
          <a:p>
            <a:pPr marL="125095" marR="88265" indent="-29209">
              <a:lnSpc>
                <a:spcPct val="11010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under </a:t>
            </a:r>
            <a:r>
              <a:rPr dirty="0" sz="1050" spc="-20">
                <a:solidFill>
                  <a:srgbClr val="C7C7C7"/>
                </a:solidFill>
                <a:latin typeface="Segoe UI"/>
                <a:cs typeface="Segoe UI"/>
              </a:rPr>
              <a:t>1000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566663" y="6343332"/>
            <a:ext cx="524510" cy="37782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1. </a:t>
            </a: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Under</a:t>
            </a:r>
            <a:endParaRPr sz="1050">
              <a:latin typeface="Segoe UI"/>
              <a:cs typeface="Segoe UI"/>
            </a:endParaRPr>
          </a:p>
          <a:p>
            <a:pPr marL="189865">
              <a:lnSpc>
                <a:spcPct val="100000"/>
              </a:lnSpc>
              <a:spcBef>
                <a:spcPts val="13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50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194669" y="6343332"/>
            <a:ext cx="538480" cy="55435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4. 200 </a:t>
            </a: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to</a:t>
            </a:r>
            <a:endParaRPr sz="1050">
              <a:latin typeface="Segoe UI"/>
              <a:cs typeface="Segoe UI"/>
            </a:endParaRPr>
          </a:p>
          <a:p>
            <a:pPr marL="161290" marR="88265" indent="-65405">
              <a:lnSpc>
                <a:spcPct val="11010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under </a:t>
            </a: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500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873722" y="6343332"/>
            <a:ext cx="1093470" cy="55435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  <a:tabLst>
                <a:tab pos="639445" algn="l"/>
              </a:tabLst>
            </a:pP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6. </a:t>
            </a:r>
            <a:r>
              <a:rPr dirty="0" sz="1050" spc="-20">
                <a:solidFill>
                  <a:srgbClr val="C7C7C7"/>
                </a:solidFill>
                <a:latin typeface="Segoe UI"/>
                <a:cs typeface="Segoe UI"/>
              </a:rPr>
              <a:t>1000</a:t>
            </a: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	2.</a:t>
            </a: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50 </a:t>
            </a: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to</a:t>
            </a:r>
            <a:endParaRPr sz="1050">
              <a:latin typeface="Segoe UI"/>
              <a:cs typeface="Segoe UI"/>
            </a:endParaRPr>
          </a:p>
          <a:p>
            <a:pPr marL="113664">
              <a:lnSpc>
                <a:spcPct val="100000"/>
              </a:lnSpc>
              <a:spcBef>
                <a:spcPts val="130"/>
              </a:spcBef>
              <a:tabLst>
                <a:tab pos="687070" algn="l"/>
              </a:tabLst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and</a:t>
            </a: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	</a:t>
            </a: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under</a:t>
            </a:r>
            <a:endParaRPr sz="1050">
              <a:latin typeface="Segoe UI"/>
              <a:cs typeface="Segoe UI"/>
            </a:endParaRPr>
          </a:p>
          <a:p>
            <a:pPr marL="45720">
              <a:lnSpc>
                <a:spcPct val="100000"/>
              </a:lnSpc>
              <a:spcBef>
                <a:spcPts val="125"/>
              </a:spcBef>
              <a:tabLst>
                <a:tab pos="751840" algn="l"/>
              </a:tabLst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above</a:t>
            </a: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	</a:t>
            </a: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100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099668" y="6343332"/>
            <a:ext cx="538480" cy="55435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3. 100 </a:t>
            </a: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to</a:t>
            </a:r>
            <a:endParaRPr sz="1050">
              <a:latin typeface="Segoe UI"/>
              <a:cs typeface="Segoe UI"/>
            </a:endParaRPr>
          </a:p>
          <a:p>
            <a:pPr marL="161290" marR="88265" indent="-65405">
              <a:lnSpc>
                <a:spcPct val="11010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under </a:t>
            </a: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200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009585" y="4355646"/>
            <a:ext cx="3454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6.38%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44585" y="4962302"/>
            <a:ext cx="3454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4.08%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279585" y="5056642"/>
            <a:ext cx="3454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3.72%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914585" y="5218624"/>
            <a:ext cx="3454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3.11%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549585" y="5285386"/>
            <a:ext cx="3454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2.85%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184585" y="5300472"/>
            <a:ext cx="3454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2.79%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342899" y="7219950"/>
            <a:ext cx="18078450" cy="3114675"/>
            <a:chOff x="342899" y="7219950"/>
            <a:chExt cx="18078450" cy="3114675"/>
          </a:xfrm>
        </p:grpSpPr>
        <p:sp>
          <p:nvSpPr>
            <p:cNvPr id="48" name="object 48"/>
            <p:cNvSpPr/>
            <p:nvPr/>
          </p:nvSpPr>
          <p:spPr>
            <a:xfrm>
              <a:off x="347662" y="7224712"/>
              <a:ext cx="18068925" cy="3105150"/>
            </a:xfrm>
            <a:custGeom>
              <a:avLst/>
              <a:gdLst/>
              <a:ahLst/>
              <a:cxnLst/>
              <a:rect l="l" t="t" r="r" b="b"/>
              <a:pathLst>
                <a:path w="18068925" h="3105150">
                  <a:moveTo>
                    <a:pt x="18002175" y="3105149"/>
                  </a:moveTo>
                  <a:lnTo>
                    <a:pt x="66746" y="3105149"/>
                  </a:lnTo>
                  <a:lnTo>
                    <a:pt x="62101" y="3104691"/>
                  </a:lnTo>
                  <a:lnTo>
                    <a:pt x="24240" y="3087542"/>
                  </a:lnTo>
                  <a:lnTo>
                    <a:pt x="2287" y="3052249"/>
                  </a:lnTo>
                  <a:lnTo>
                    <a:pt x="0" y="3038402"/>
                  </a:lnTo>
                  <a:lnTo>
                    <a:pt x="0" y="303371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8002175" y="0"/>
                  </a:lnTo>
                  <a:lnTo>
                    <a:pt x="18041074" y="14645"/>
                  </a:lnTo>
                  <a:lnTo>
                    <a:pt x="18065278" y="48433"/>
                  </a:lnTo>
                  <a:lnTo>
                    <a:pt x="18068923" y="66746"/>
                  </a:lnTo>
                  <a:lnTo>
                    <a:pt x="18068923" y="3038402"/>
                  </a:lnTo>
                  <a:lnTo>
                    <a:pt x="18054276" y="3077300"/>
                  </a:lnTo>
                  <a:lnTo>
                    <a:pt x="18020487" y="3101506"/>
                  </a:lnTo>
                  <a:lnTo>
                    <a:pt x="18006820" y="3104691"/>
                  </a:lnTo>
                  <a:lnTo>
                    <a:pt x="18002175" y="31051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47662" y="7224712"/>
              <a:ext cx="18068925" cy="3105150"/>
            </a:xfrm>
            <a:custGeom>
              <a:avLst/>
              <a:gdLst/>
              <a:ahLst/>
              <a:cxnLst/>
              <a:rect l="l" t="t" r="r" b="b"/>
              <a:pathLst>
                <a:path w="18068925" h="3105150">
                  <a:moveTo>
                    <a:pt x="0" y="303371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7997486" y="0"/>
                  </a:lnTo>
                  <a:lnTo>
                    <a:pt x="18002175" y="0"/>
                  </a:lnTo>
                  <a:lnTo>
                    <a:pt x="18006820" y="457"/>
                  </a:lnTo>
                  <a:lnTo>
                    <a:pt x="18037172" y="12039"/>
                  </a:lnTo>
                  <a:lnTo>
                    <a:pt x="18041074" y="14645"/>
                  </a:lnTo>
                  <a:lnTo>
                    <a:pt x="18056882" y="31748"/>
                  </a:lnTo>
                  <a:lnTo>
                    <a:pt x="18059488" y="35649"/>
                  </a:lnTo>
                  <a:lnTo>
                    <a:pt x="18061688" y="39765"/>
                  </a:lnTo>
                  <a:lnTo>
                    <a:pt x="18063482" y="44099"/>
                  </a:lnTo>
                  <a:lnTo>
                    <a:pt x="18065278" y="48433"/>
                  </a:lnTo>
                  <a:lnTo>
                    <a:pt x="18066633" y="52900"/>
                  </a:lnTo>
                  <a:lnTo>
                    <a:pt x="18067549" y="57500"/>
                  </a:lnTo>
                  <a:lnTo>
                    <a:pt x="18068465" y="62101"/>
                  </a:lnTo>
                  <a:lnTo>
                    <a:pt x="18068923" y="66746"/>
                  </a:lnTo>
                  <a:lnTo>
                    <a:pt x="18068923" y="71437"/>
                  </a:lnTo>
                  <a:lnTo>
                    <a:pt x="18068923" y="3033712"/>
                  </a:lnTo>
                  <a:lnTo>
                    <a:pt x="18068923" y="3038402"/>
                  </a:lnTo>
                  <a:lnTo>
                    <a:pt x="18068465" y="3043047"/>
                  </a:lnTo>
                  <a:lnTo>
                    <a:pt x="18067549" y="3047648"/>
                  </a:lnTo>
                  <a:lnTo>
                    <a:pt x="18066633" y="3052249"/>
                  </a:lnTo>
                  <a:lnTo>
                    <a:pt x="18056882" y="3073400"/>
                  </a:lnTo>
                  <a:lnTo>
                    <a:pt x="18054276" y="3077300"/>
                  </a:lnTo>
                  <a:lnTo>
                    <a:pt x="18051315" y="3080909"/>
                  </a:lnTo>
                  <a:lnTo>
                    <a:pt x="18047999" y="3084225"/>
                  </a:lnTo>
                  <a:lnTo>
                    <a:pt x="18044682" y="3087542"/>
                  </a:lnTo>
                  <a:lnTo>
                    <a:pt x="18041074" y="3090504"/>
                  </a:lnTo>
                  <a:lnTo>
                    <a:pt x="18037172" y="3093110"/>
                  </a:lnTo>
                  <a:lnTo>
                    <a:pt x="18033272" y="3095716"/>
                  </a:lnTo>
                  <a:lnTo>
                    <a:pt x="18011420" y="3103776"/>
                  </a:lnTo>
                  <a:lnTo>
                    <a:pt x="18006820" y="3104691"/>
                  </a:lnTo>
                  <a:lnTo>
                    <a:pt x="18002175" y="3105149"/>
                  </a:lnTo>
                  <a:lnTo>
                    <a:pt x="17997486" y="3105149"/>
                  </a:lnTo>
                  <a:lnTo>
                    <a:pt x="71437" y="3105149"/>
                  </a:lnTo>
                  <a:lnTo>
                    <a:pt x="66746" y="3105149"/>
                  </a:lnTo>
                  <a:lnTo>
                    <a:pt x="62101" y="3104691"/>
                  </a:lnTo>
                  <a:lnTo>
                    <a:pt x="57500" y="3103776"/>
                  </a:lnTo>
                  <a:lnTo>
                    <a:pt x="52900" y="3102861"/>
                  </a:lnTo>
                  <a:lnTo>
                    <a:pt x="31748" y="3093110"/>
                  </a:lnTo>
                  <a:lnTo>
                    <a:pt x="27848" y="3090504"/>
                  </a:lnTo>
                  <a:lnTo>
                    <a:pt x="24240" y="3087542"/>
                  </a:lnTo>
                  <a:lnTo>
                    <a:pt x="20923" y="3084225"/>
                  </a:lnTo>
                  <a:lnTo>
                    <a:pt x="17606" y="3080909"/>
                  </a:lnTo>
                  <a:lnTo>
                    <a:pt x="14645" y="3077300"/>
                  </a:lnTo>
                  <a:lnTo>
                    <a:pt x="12039" y="3073400"/>
                  </a:lnTo>
                  <a:lnTo>
                    <a:pt x="9433" y="3069500"/>
                  </a:lnTo>
                  <a:lnTo>
                    <a:pt x="1372" y="3047648"/>
                  </a:lnTo>
                  <a:lnTo>
                    <a:pt x="457" y="3043047"/>
                  </a:lnTo>
                  <a:lnTo>
                    <a:pt x="0" y="3038402"/>
                  </a:lnTo>
                  <a:lnTo>
                    <a:pt x="0" y="3033712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492125" y="7285830"/>
            <a:ext cx="1571625" cy="501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Actual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E6E6E6"/>
                </a:solidFill>
                <a:latin typeface="Tahoma"/>
                <a:cs typeface="Tahoma"/>
              </a:rPr>
              <a:t>Rate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by</a:t>
            </a:r>
            <a:r>
              <a:rPr dirty="0" sz="1200" spc="-10">
                <a:solidFill>
                  <a:srgbClr val="C7C7C7"/>
                </a:solidFill>
                <a:latin typeface="Segoe UI"/>
                <a:cs typeface="Segoe UI"/>
              </a:rPr>
              <a:t> TranHour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14387" y="8139707"/>
            <a:ext cx="17449800" cy="1804670"/>
            <a:chOff x="814387" y="8139707"/>
            <a:chExt cx="17449800" cy="1804670"/>
          </a:xfrm>
        </p:grpSpPr>
        <p:sp>
          <p:nvSpPr>
            <p:cNvPr id="52" name="object 52"/>
            <p:cNvSpPr/>
            <p:nvPr/>
          </p:nvSpPr>
          <p:spPr>
            <a:xfrm>
              <a:off x="819150" y="9939337"/>
              <a:ext cx="17440275" cy="0"/>
            </a:xfrm>
            <a:custGeom>
              <a:avLst/>
              <a:gdLst/>
              <a:ahLst/>
              <a:cxnLst/>
              <a:rect l="l" t="t" r="r" b="b"/>
              <a:pathLst>
                <a:path w="17440275" h="0">
                  <a:moveTo>
                    <a:pt x="0" y="0"/>
                  </a:moveTo>
                  <a:lnTo>
                    <a:pt x="17440273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19150" y="9341048"/>
              <a:ext cx="17440275" cy="0"/>
            </a:xfrm>
            <a:custGeom>
              <a:avLst/>
              <a:gdLst/>
              <a:ahLst/>
              <a:cxnLst/>
              <a:rect l="l" t="t" r="r" b="b"/>
              <a:pathLst>
                <a:path w="17440275" h="0">
                  <a:moveTo>
                    <a:pt x="0" y="0"/>
                  </a:moveTo>
                  <a:lnTo>
                    <a:pt x="17440273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819150" y="8742759"/>
              <a:ext cx="17440275" cy="0"/>
            </a:xfrm>
            <a:custGeom>
              <a:avLst/>
              <a:gdLst/>
              <a:ahLst/>
              <a:cxnLst/>
              <a:rect l="l" t="t" r="r" b="b"/>
              <a:pathLst>
                <a:path w="17440275" h="0">
                  <a:moveTo>
                    <a:pt x="0" y="0"/>
                  </a:moveTo>
                  <a:lnTo>
                    <a:pt x="17440273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819150" y="8144470"/>
              <a:ext cx="17440275" cy="0"/>
            </a:xfrm>
            <a:custGeom>
              <a:avLst/>
              <a:gdLst/>
              <a:ahLst/>
              <a:cxnLst/>
              <a:rect l="l" t="t" r="r" b="b"/>
              <a:pathLst>
                <a:path w="17440275" h="0">
                  <a:moveTo>
                    <a:pt x="0" y="0"/>
                  </a:moveTo>
                  <a:lnTo>
                    <a:pt x="17440273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555972" y="9848948"/>
            <a:ext cx="1809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C7C7C7"/>
                </a:solidFill>
                <a:latin typeface="Segoe UI"/>
                <a:cs typeface="Segoe UI"/>
              </a:rPr>
              <a:t>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55972" y="9250659"/>
            <a:ext cx="18097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C7C7C7"/>
                </a:solidFill>
                <a:latin typeface="Segoe UI"/>
                <a:cs typeface="Segoe UI"/>
              </a:rPr>
              <a:t>5%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94357" y="8652371"/>
            <a:ext cx="2425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C7C7C7"/>
                </a:solidFill>
                <a:latin typeface="Segoe UI"/>
                <a:cs typeface="Segoe UI"/>
              </a:rPr>
              <a:t>10%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94357" y="8054082"/>
            <a:ext cx="24257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C7C7C7"/>
                </a:solidFill>
                <a:latin typeface="Segoe UI"/>
                <a:cs typeface="Segoe UI"/>
              </a:rPr>
              <a:t>15%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875655" y="9959974"/>
            <a:ext cx="876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C7C7C7"/>
                </a:solidFill>
                <a:latin typeface="Segoe UI"/>
                <a:cs typeface="Segoe UI"/>
              </a:rPr>
              <a:t>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469357" y="9959974"/>
            <a:ext cx="876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C7C7C7"/>
                </a:solidFill>
                <a:latin typeface="Segoe UI"/>
                <a:cs typeface="Segoe UI"/>
              </a:rPr>
              <a:t>5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032253" y="9959974"/>
            <a:ext cx="1492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C7C7C7"/>
                </a:solidFill>
                <a:latin typeface="Segoe UI"/>
                <a:cs typeface="Segoe UI"/>
              </a:rPr>
              <a:t>10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1625956" y="9959974"/>
            <a:ext cx="1492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C7C7C7"/>
                </a:solidFill>
                <a:latin typeface="Segoe UI"/>
                <a:cs typeface="Segoe UI"/>
              </a:rPr>
              <a:t>15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219658" y="9959974"/>
            <a:ext cx="1492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C7C7C7"/>
                </a:solidFill>
                <a:latin typeface="Segoe UI"/>
                <a:cs typeface="Segoe UI"/>
              </a:rPr>
              <a:t>20</a:t>
            </a:r>
            <a:endParaRPr sz="900">
              <a:latin typeface="Segoe UI"/>
              <a:cs typeface="Segoe UI"/>
            </a:endParaRPr>
          </a:p>
        </p:txBody>
      </p:sp>
      <p:pic>
        <p:nvPicPr>
          <p:cNvPr id="65" name="object 6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712" y="8279069"/>
            <a:ext cx="16610407" cy="1461366"/>
          </a:xfrm>
          <a:prstGeom prst="rect">
            <a:avLst/>
          </a:prstGeom>
        </p:spPr>
      </p:pic>
      <p:sp>
        <p:nvSpPr>
          <p:cNvPr id="66" name="object 66"/>
          <p:cNvSpPr txBox="1"/>
          <p:nvPr/>
        </p:nvSpPr>
        <p:spPr>
          <a:xfrm>
            <a:off x="806524" y="9328234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2.86%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7281225" y="9675407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2.92%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750569" y="8054626"/>
            <a:ext cx="390525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13.50%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937598" y="9790948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1.95%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468933" y="9697081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2.74%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656339" y="9221270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3.75%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0812560" y="9746329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2.33%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2250042" y="9259875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3.43%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3687524" y="9238867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3.61%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2968782" y="9704141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2.68%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5843746" y="9247232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3.54%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5125003" y="9623929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3.35%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625155" y="8894488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6.48%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7218858" y="9142818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4.41%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0093820" y="9347651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2.70%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906414" y="9088325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4.86%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5062636" y="8489109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9.87%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1531301" y="9348295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2.69%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4406264" y="9264570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3.39%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6562486" y="9253239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3.49%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500118" y="8824084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7.07%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9375079" y="9293898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3.15%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2187674" y="9195196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3.97%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4343895" y="8546081"/>
            <a:ext cx="3289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10">
                <a:solidFill>
                  <a:srgbClr val="C7C7C7"/>
                </a:solidFill>
                <a:latin typeface="Segoe UI"/>
                <a:cs typeface="Segoe UI"/>
              </a:rPr>
              <a:t>9.40%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5008225" y="1311275"/>
            <a:ext cx="125412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5">
                <a:solidFill>
                  <a:srgbClr val="FF8990"/>
                </a:solidFill>
                <a:latin typeface="Tahoma"/>
                <a:cs typeface="Tahoma"/>
              </a:rPr>
              <a:t>$ </a:t>
            </a:r>
            <a:r>
              <a:rPr dirty="0" sz="1500" spc="-60">
                <a:solidFill>
                  <a:srgbClr val="FF8990"/>
                </a:solidFill>
                <a:latin typeface="Tahoma"/>
                <a:cs typeface="Tahoma"/>
              </a:rPr>
              <a:t>Fraud</a:t>
            </a:r>
            <a:r>
              <a:rPr dirty="0" sz="1500" spc="-105">
                <a:solidFill>
                  <a:srgbClr val="FF8990"/>
                </a:solidFill>
                <a:latin typeface="Tahoma"/>
                <a:cs typeface="Tahoma"/>
              </a:rPr>
              <a:t> </a:t>
            </a:r>
            <a:r>
              <a:rPr dirty="0" sz="1500" spc="-70">
                <a:solidFill>
                  <a:srgbClr val="FF8990"/>
                </a:solidFill>
                <a:latin typeface="Tahoma"/>
                <a:cs typeface="Tahoma"/>
              </a:rPr>
              <a:t>Amount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15011398" y="1695449"/>
            <a:ext cx="3448050" cy="1381125"/>
            <a:chOff x="15011398" y="1695449"/>
            <a:chExt cx="3448050" cy="1381125"/>
          </a:xfrm>
        </p:grpSpPr>
        <p:sp>
          <p:nvSpPr>
            <p:cNvPr id="92" name="object 92"/>
            <p:cNvSpPr/>
            <p:nvPr/>
          </p:nvSpPr>
          <p:spPr>
            <a:xfrm>
              <a:off x="15020923" y="1704974"/>
              <a:ext cx="3429000" cy="1362075"/>
            </a:xfrm>
            <a:custGeom>
              <a:avLst/>
              <a:gdLst/>
              <a:ahLst/>
              <a:cxnLst/>
              <a:rect l="l" t="t" r="r" b="b"/>
              <a:pathLst>
                <a:path w="3429000" h="1362075">
                  <a:moveTo>
                    <a:pt x="3352799" y="1362075"/>
                  </a:moveTo>
                  <a:lnTo>
                    <a:pt x="76199" y="1362074"/>
                  </a:lnTo>
                  <a:lnTo>
                    <a:pt x="23812" y="1338262"/>
                  </a:lnTo>
                  <a:lnTo>
                    <a:pt x="0" y="128587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352799" y="0"/>
                  </a:lnTo>
                  <a:lnTo>
                    <a:pt x="3380779" y="6548"/>
                  </a:lnTo>
                  <a:lnTo>
                    <a:pt x="3405186" y="23812"/>
                  </a:lnTo>
                  <a:lnTo>
                    <a:pt x="3422451" y="48220"/>
                  </a:lnTo>
                  <a:lnTo>
                    <a:pt x="3428999" y="76199"/>
                  </a:lnTo>
                  <a:lnTo>
                    <a:pt x="3428999" y="1285874"/>
                  </a:lnTo>
                  <a:lnTo>
                    <a:pt x="3422451" y="1313854"/>
                  </a:lnTo>
                  <a:lnTo>
                    <a:pt x="3405187" y="1338262"/>
                  </a:lnTo>
                  <a:lnTo>
                    <a:pt x="3380779" y="1355526"/>
                  </a:lnTo>
                  <a:lnTo>
                    <a:pt x="3352799" y="1362075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3" name="object 93"/>
            <p:cNvSpPr/>
            <p:nvPr/>
          </p:nvSpPr>
          <p:spPr>
            <a:xfrm>
              <a:off x="15020923" y="1704974"/>
              <a:ext cx="3429000" cy="1362075"/>
            </a:xfrm>
            <a:custGeom>
              <a:avLst/>
              <a:gdLst/>
              <a:ahLst/>
              <a:cxnLst/>
              <a:rect l="l" t="t" r="r" b="b"/>
              <a:pathLst>
                <a:path w="3429000" h="136207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352799" y="0"/>
                  </a:lnTo>
                  <a:lnTo>
                    <a:pt x="3380779" y="6548"/>
                  </a:lnTo>
                  <a:lnTo>
                    <a:pt x="3405187" y="23812"/>
                  </a:lnTo>
                  <a:lnTo>
                    <a:pt x="3422451" y="48220"/>
                  </a:lnTo>
                  <a:lnTo>
                    <a:pt x="3428999" y="76199"/>
                  </a:lnTo>
                  <a:lnTo>
                    <a:pt x="3428999" y="1285874"/>
                  </a:lnTo>
                  <a:lnTo>
                    <a:pt x="3422451" y="1313854"/>
                  </a:lnTo>
                  <a:lnTo>
                    <a:pt x="3405186" y="1338262"/>
                  </a:lnTo>
                  <a:lnTo>
                    <a:pt x="3380779" y="1355526"/>
                  </a:lnTo>
                  <a:lnTo>
                    <a:pt x="3352799" y="1362074"/>
                  </a:lnTo>
                  <a:lnTo>
                    <a:pt x="76199" y="1362074"/>
                  </a:lnTo>
                  <a:lnTo>
                    <a:pt x="23812" y="1338262"/>
                  </a:lnTo>
                  <a:lnTo>
                    <a:pt x="0" y="128587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5030448" y="1714499"/>
              <a:ext cx="3409950" cy="1338580"/>
            </a:xfrm>
            <a:custGeom>
              <a:avLst/>
              <a:gdLst/>
              <a:ahLst/>
              <a:cxnLst/>
              <a:rect l="l" t="t" r="r" b="b"/>
              <a:pathLst>
                <a:path w="3409950" h="1338580">
                  <a:moveTo>
                    <a:pt x="3343275" y="1338262"/>
                  </a:moveTo>
                  <a:lnTo>
                    <a:pt x="66675" y="1338262"/>
                  </a:lnTo>
                  <a:lnTo>
                    <a:pt x="42193" y="1332532"/>
                  </a:lnTo>
                  <a:lnTo>
                    <a:pt x="20836" y="1317426"/>
                  </a:lnTo>
                  <a:lnTo>
                    <a:pt x="5730" y="1296069"/>
                  </a:lnTo>
                  <a:lnTo>
                    <a:pt x="0" y="1271587"/>
                  </a:lnTo>
                  <a:lnTo>
                    <a:pt x="0" y="61912"/>
                  </a:lnTo>
                  <a:lnTo>
                    <a:pt x="20836" y="16073"/>
                  </a:lnTo>
                  <a:lnTo>
                    <a:pt x="3363623" y="0"/>
                  </a:lnTo>
                  <a:lnTo>
                    <a:pt x="3367757" y="967"/>
                  </a:lnTo>
                  <a:lnTo>
                    <a:pt x="3389114" y="16073"/>
                  </a:lnTo>
                  <a:lnTo>
                    <a:pt x="3404220" y="37430"/>
                  </a:lnTo>
                  <a:lnTo>
                    <a:pt x="3409949" y="61912"/>
                  </a:lnTo>
                  <a:lnTo>
                    <a:pt x="3409949" y="1271587"/>
                  </a:lnTo>
                  <a:lnTo>
                    <a:pt x="3404220" y="1296069"/>
                  </a:lnTo>
                  <a:lnTo>
                    <a:pt x="3389114" y="1317426"/>
                  </a:lnTo>
                  <a:lnTo>
                    <a:pt x="3367757" y="1332532"/>
                  </a:lnTo>
                  <a:lnTo>
                    <a:pt x="3343275" y="1338262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 txBox="1"/>
          <p:nvPr/>
        </p:nvSpPr>
        <p:spPr>
          <a:xfrm>
            <a:off x="15170150" y="2159000"/>
            <a:ext cx="141160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609.93K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5000624" y="3333750"/>
            <a:ext cx="4600575" cy="3752850"/>
            <a:chOff x="5000624" y="3333750"/>
            <a:chExt cx="4600575" cy="3752850"/>
          </a:xfrm>
        </p:grpSpPr>
        <p:sp>
          <p:nvSpPr>
            <p:cNvPr id="97" name="object 97"/>
            <p:cNvSpPr/>
            <p:nvPr/>
          </p:nvSpPr>
          <p:spPr>
            <a:xfrm>
              <a:off x="5005387" y="3338512"/>
              <a:ext cx="4591050" cy="3743325"/>
            </a:xfrm>
            <a:custGeom>
              <a:avLst/>
              <a:gdLst/>
              <a:ahLst/>
              <a:cxnLst/>
              <a:rect l="l" t="t" r="r" b="b"/>
              <a:pathLst>
                <a:path w="4591050" h="3743325">
                  <a:moveTo>
                    <a:pt x="4524302" y="3743324"/>
                  </a:moveTo>
                  <a:lnTo>
                    <a:pt x="66746" y="3743324"/>
                  </a:lnTo>
                  <a:lnTo>
                    <a:pt x="62101" y="3742866"/>
                  </a:lnTo>
                  <a:lnTo>
                    <a:pt x="24240" y="3725717"/>
                  </a:lnTo>
                  <a:lnTo>
                    <a:pt x="2287" y="3690424"/>
                  </a:lnTo>
                  <a:lnTo>
                    <a:pt x="0" y="3676577"/>
                  </a:lnTo>
                  <a:lnTo>
                    <a:pt x="0" y="3671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524302" y="0"/>
                  </a:lnTo>
                  <a:lnTo>
                    <a:pt x="4563199" y="14645"/>
                  </a:lnTo>
                  <a:lnTo>
                    <a:pt x="4587405" y="48433"/>
                  </a:lnTo>
                  <a:lnTo>
                    <a:pt x="4591049" y="66746"/>
                  </a:lnTo>
                  <a:lnTo>
                    <a:pt x="4591049" y="3676577"/>
                  </a:lnTo>
                  <a:lnTo>
                    <a:pt x="4576403" y="3715475"/>
                  </a:lnTo>
                  <a:lnTo>
                    <a:pt x="4542615" y="3739681"/>
                  </a:lnTo>
                  <a:lnTo>
                    <a:pt x="4528948" y="3742866"/>
                  </a:lnTo>
                  <a:lnTo>
                    <a:pt x="4524302" y="37433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8" name="object 98"/>
            <p:cNvSpPr/>
            <p:nvPr/>
          </p:nvSpPr>
          <p:spPr>
            <a:xfrm>
              <a:off x="5005387" y="3338512"/>
              <a:ext cx="4591050" cy="3743325"/>
            </a:xfrm>
            <a:custGeom>
              <a:avLst/>
              <a:gdLst/>
              <a:ahLst/>
              <a:cxnLst/>
              <a:rect l="l" t="t" r="r" b="b"/>
              <a:pathLst>
                <a:path w="4591050" h="3743325">
                  <a:moveTo>
                    <a:pt x="0" y="3671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519612" y="0"/>
                  </a:lnTo>
                  <a:lnTo>
                    <a:pt x="4524302" y="0"/>
                  </a:lnTo>
                  <a:lnTo>
                    <a:pt x="4528948" y="457"/>
                  </a:lnTo>
                  <a:lnTo>
                    <a:pt x="4566808" y="17606"/>
                  </a:lnTo>
                  <a:lnTo>
                    <a:pt x="4588761" y="52900"/>
                  </a:lnTo>
                  <a:lnTo>
                    <a:pt x="4589676" y="57500"/>
                  </a:lnTo>
                  <a:lnTo>
                    <a:pt x="4590591" y="62101"/>
                  </a:lnTo>
                  <a:lnTo>
                    <a:pt x="4591049" y="66746"/>
                  </a:lnTo>
                  <a:lnTo>
                    <a:pt x="4591049" y="71437"/>
                  </a:lnTo>
                  <a:lnTo>
                    <a:pt x="4591049" y="3671887"/>
                  </a:lnTo>
                  <a:lnTo>
                    <a:pt x="4591049" y="3676577"/>
                  </a:lnTo>
                  <a:lnTo>
                    <a:pt x="4590591" y="3681223"/>
                  </a:lnTo>
                  <a:lnTo>
                    <a:pt x="4589676" y="3685823"/>
                  </a:lnTo>
                  <a:lnTo>
                    <a:pt x="4588761" y="3690424"/>
                  </a:lnTo>
                  <a:lnTo>
                    <a:pt x="4566808" y="3725717"/>
                  </a:lnTo>
                  <a:lnTo>
                    <a:pt x="4528948" y="3742866"/>
                  </a:lnTo>
                  <a:lnTo>
                    <a:pt x="4519612" y="3743324"/>
                  </a:lnTo>
                  <a:lnTo>
                    <a:pt x="71437" y="3743324"/>
                  </a:lnTo>
                  <a:lnTo>
                    <a:pt x="31748" y="3731285"/>
                  </a:lnTo>
                  <a:lnTo>
                    <a:pt x="27848" y="3728679"/>
                  </a:lnTo>
                  <a:lnTo>
                    <a:pt x="3642" y="3694891"/>
                  </a:lnTo>
                  <a:lnTo>
                    <a:pt x="0" y="3676577"/>
                  </a:lnTo>
                  <a:lnTo>
                    <a:pt x="0" y="3671887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9" name="object 99"/>
          <p:cNvSpPr txBox="1"/>
          <p:nvPr/>
        </p:nvSpPr>
        <p:spPr>
          <a:xfrm>
            <a:off x="5149849" y="3399631"/>
            <a:ext cx="1571625" cy="501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Actual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E6E6E6"/>
                </a:solidFill>
                <a:latin typeface="Tahoma"/>
                <a:cs typeface="Tahoma"/>
              </a:rPr>
              <a:t>Rate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by </a:t>
            </a:r>
            <a:r>
              <a:rPr dirty="0" sz="1200" spc="-10">
                <a:solidFill>
                  <a:srgbClr val="C7C7C7"/>
                </a:solidFill>
                <a:latin typeface="Segoe UI"/>
                <a:cs typeface="Segoe UI"/>
              </a:rPr>
              <a:t>ProductCD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00" name="object 100"/>
          <p:cNvSpPr/>
          <p:nvPr/>
        </p:nvSpPr>
        <p:spPr>
          <a:xfrm>
            <a:off x="5405437" y="4124325"/>
            <a:ext cx="0" cy="2543175"/>
          </a:xfrm>
          <a:custGeom>
            <a:avLst/>
            <a:gdLst/>
            <a:ahLst/>
            <a:cxnLst/>
            <a:rect l="l" t="t" r="r" b="b"/>
            <a:pathLst>
              <a:path w="0" h="2543175">
                <a:moveTo>
                  <a:pt x="0" y="2330553"/>
                </a:moveTo>
                <a:lnTo>
                  <a:pt x="0" y="2543174"/>
                </a:lnTo>
              </a:path>
              <a:path w="0" h="2543175">
                <a:moveTo>
                  <a:pt x="0" y="1850709"/>
                </a:moveTo>
                <a:lnTo>
                  <a:pt x="0" y="2111314"/>
                </a:lnTo>
              </a:path>
              <a:path w="0" h="2543175">
                <a:moveTo>
                  <a:pt x="0" y="1370865"/>
                </a:moveTo>
                <a:lnTo>
                  <a:pt x="0" y="1631470"/>
                </a:lnTo>
              </a:path>
              <a:path w="0" h="2543175">
                <a:moveTo>
                  <a:pt x="0" y="891021"/>
                </a:moveTo>
                <a:lnTo>
                  <a:pt x="0" y="1151626"/>
                </a:lnTo>
              </a:path>
              <a:path w="0" h="2543175">
                <a:moveTo>
                  <a:pt x="0" y="411176"/>
                </a:moveTo>
                <a:lnTo>
                  <a:pt x="0" y="671781"/>
                </a:lnTo>
              </a:path>
              <a:path w="0" h="2543175">
                <a:moveTo>
                  <a:pt x="0" y="0"/>
                </a:moveTo>
                <a:lnTo>
                  <a:pt x="0" y="191937"/>
                </a:lnTo>
              </a:path>
            </a:pathLst>
          </a:custGeom>
          <a:ln w="9524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 txBox="1"/>
          <p:nvPr/>
        </p:nvSpPr>
        <p:spPr>
          <a:xfrm>
            <a:off x="5302249" y="6683375"/>
            <a:ext cx="2070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02" name="object 102"/>
          <p:cNvSpPr/>
          <p:nvPr/>
        </p:nvSpPr>
        <p:spPr>
          <a:xfrm>
            <a:off x="6625828" y="4124325"/>
            <a:ext cx="0" cy="2543175"/>
          </a:xfrm>
          <a:custGeom>
            <a:avLst/>
            <a:gdLst/>
            <a:ahLst/>
            <a:cxnLst/>
            <a:rect l="l" t="t" r="r" b="b"/>
            <a:pathLst>
              <a:path w="0" h="2543175">
                <a:moveTo>
                  <a:pt x="0" y="1370865"/>
                </a:moveTo>
                <a:lnTo>
                  <a:pt x="0" y="2543174"/>
                </a:lnTo>
              </a:path>
              <a:path w="0" h="2543175">
                <a:moveTo>
                  <a:pt x="0" y="891021"/>
                </a:moveTo>
                <a:lnTo>
                  <a:pt x="0" y="1151626"/>
                </a:lnTo>
              </a:path>
              <a:path w="0" h="2543175">
                <a:moveTo>
                  <a:pt x="0" y="411176"/>
                </a:moveTo>
                <a:lnTo>
                  <a:pt x="0" y="671781"/>
                </a:lnTo>
              </a:path>
              <a:path w="0" h="2543175">
                <a:moveTo>
                  <a:pt x="0" y="0"/>
                </a:moveTo>
                <a:lnTo>
                  <a:pt x="0" y="191937"/>
                </a:lnTo>
              </a:path>
            </a:pathLst>
          </a:custGeom>
          <a:ln w="9524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 txBox="1"/>
          <p:nvPr/>
        </p:nvSpPr>
        <p:spPr>
          <a:xfrm>
            <a:off x="6522640" y="6683375"/>
            <a:ext cx="2070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5%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7846218" y="4124325"/>
            <a:ext cx="0" cy="2543175"/>
          </a:xfrm>
          <a:custGeom>
            <a:avLst/>
            <a:gdLst/>
            <a:ahLst/>
            <a:cxnLst/>
            <a:rect l="l" t="t" r="r" b="b"/>
            <a:pathLst>
              <a:path w="0" h="2543175">
                <a:moveTo>
                  <a:pt x="0" y="411176"/>
                </a:moveTo>
                <a:lnTo>
                  <a:pt x="0" y="2543174"/>
                </a:lnTo>
              </a:path>
              <a:path w="0" h="2543175">
                <a:moveTo>
                  <a:pt x="0" y="0"/>
                </a:moveTo>
                <a:lnTo>
                  <a:pt x="0" y="191937"/>
                </a:lnTo>
              </a:path>
            </a:pathLst>
          </a:custGeom>
          <a:ln w="9524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7707014" y="6683375"/>
            <a:ext cx="2787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10%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9066609" y="4124325"/>
            <a:ext cx="0" cy="2543175"/>
          </a:xfrm>
          <a:custGeom>
            <a:avLst/>
            <a:gdLst/>
            <a:ahLst/>
            <a:cxnLst/>
            <a:rect l="l" t="t" r="r" b="b"/>
            <a:pathLst>
              <a:path w="0" h="2543175">
                <a:moveTo>
                  <a:pt x="0" y="2543174"/>
                </a:moveTo>
                <a:lnTo>
                  <a:pt x="0" y="0"/>
                </a:lnTo>
              </a:path>
            </a:pathLst>
          </a:custGeom>
          <a:ln w="9524">
            <a:solidFill>
              <a:srgbClr val="40404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 txBox="1"/>
          <p:nvPr/>
        </p:nvSpPr>
        <p:spPr>
          <a:xfrm>
            <a:off x="8927405" y="6683375"/>
            <a:ext cx="2787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15%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08" name="object 108"/>
          <p:cNvSpPr txBox="1"/>
          <p:nvPr/>
        </p:nvSpPr>
        <p:spPr>
          <a:xfrm>
            <a:off x="5219650" y="4332887"/>
            <a:ext cx="1085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C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09" name="object 109"/>
          <p:cNvSpPr txBox="1"/>
          <p:nvPr/>
        </p:nvSpPr>
        <p:spPr>
          <a:xfrm>
            <a:off x="5207446" y="4812731"/>
            <a:ext cx="1206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H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5231407" y="5292575"/>
            <a:ext cx="965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5222477" y="5772420"/>
            <a:ext cx="1054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5177680" y="6252264"/>
            <a:ext cx="15049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W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13" name="object 113"/>
          <p:cNvGrpSpPr/>
          <p:nvPr/>
        </p:nvGrpSpPr>
        <p:grpSpPr>
          <a:xfrm>
            <a:off x="5400674" y="3343275"/>
            <a:ext cx="13020675" cy="3752850"/>
            <a:chOff x="5400674" y="3343275"/>
            <a:chExt cx="13020675" cy="3752850"/>
          </a:xfrm>
        </p:grpSpPr>
        <p:sp>
          <p:nvSpPr>
            <p:cNvPr id="114" name="object 114"/>
            <p:cNvSpPr/>
            <p:nvPr/>
          </p:nvSpPr>
          <p:spPr>
            <a:xfrm>
              <a:off x="5400662" y="4316272"/>
              <a:ext cx="3259454" cy="2138680"/>
            </a:xfrm>
            <a:custGeom>
              <a:avLst/>
              <a:gdLst/>
              <a:ahLst/>
              <a:cxnLst/>
              <a:rect l="l" t="t" r="r" b="b"/>
              <a:pathLst>
                <a:path w="3259454" h="2138679">
                  <a:moveTo>
                    <a:pt x="471652" y="1919376"/>
                  </a:moveTo>
                  <a:lnTo>
                    <a:pt x="0" y="1919376"/>
                  </a:lnTo>
                  <a:lnTo>
                    <a:pt x="0" y="2138616"/>
                  </a:lnTo>
                  <a:lnTo>
                    <a:pt x="471652" y="2138616"/>
                  </a:lnTo>
                  <a:lnTo>
                    <a:pt x="471652" y="1919376"/>
                  </a:lnTo>
                  <a:close/>
                </a:path>
                <a:path w="3259454" h="2138679">
                  <a:moveTo>
                    <a:pt x="1141349" y="1439532"/>
                  </a:moveTo>
                  <a:lnTo>
                    <a:pt x="0" y="1439532"/>
                  </a:lnTo>
                  <a:lnTo>
                    <a:pt x="0" y="1658772"/>
                  </a:lnTo>
                  <a:lnTo>
                    <a:pt x="1141349" y="1658772"/>
                  </a:lnTo>
                  <a:lnTo>
                    <a:pt x="1141349" y="1439532"/>
                  </a:lnTo>
                  <a:close/>
                </a:path>
                <a:path w="3259454" h="2138679">
                  <a:moveTo>
                    <a:pt x="1275816" y="959688"/>
                  </a:moveTo>
                  <a:lnTo>
                    <a:pt x="0" y="959688"/>
                  </a:lnTo>
                  <a:lnTo>
                    <a:pt x="0" y="1178928"/>
                  </a:lnTo>
                  <a:lnTo>
                    <a:pt x="1275816" y="1178928"/>
                  </a:lnTo>
                  <a:lnTo>
                    <a:pt x="1275816" y="959688"/>
                  </a:lnTo>
                  <a:close/>
                </a:path>
                <a:path w="3259454" h="2138679">
                  <a:moveTo>
                    <a:pt x="1442656" y="479844"/>
                  </a:moveTo>
                  <a:lnTo>
                    <a:pt x="0" y="479844"/>
                  </a:lnTo>
                  <a:lnTo>
                    <a:pt x="0" y="699084"/>
                  </a:lnTo>
                  <a:lnTo>
                    <a:pt x="1442656" y="699084"/>
                  </a:lnTo>
                  <a:lnTo>
                    <a:pt x="1442656" y="479844"/>
                  </a:lnTo>
                  <a:close/>
                </a:path>
                <a:path w="3259454" h="2138679">
                  <a:moveTo>
                    <a:pt x="3259353" y="0"/>
                  </a:moveTo>
                  <a:lnTo>
                    <a:pt x="0" y="0"/>
                  </a:lnTo>
                  <a:lnTo>
                    <a:pt x="0" y="219240"/>
                  </a:lnTo>
                  <a:lnTo>
                    <a:pt x="3259353" y="219240"/>
                  </a:lnTo>
                  <a:lnTo>
                    <a:pt x="3259353" y="0"/>
                  </a:lnTo>
                  <a:close/>
                </a:path>
              </a:pathLst>
            </a:custGeom>
            <a:solidFill>
              <a:srgbClr val="4DA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5" name="object 115"/>
            <p:cNvSpPr/>
            <p:nvPr/>
          </p:nvSpPr>
          <p:spPr>
            <a:xfrm>
              <a:off x="14673262" y="3348037"/>
              <a:ext cx="3743325" cy="3743325"/>
            </a:xfrm>
            <a:custGeom>
              <a:avLst/>
              <a:gdLst/>
              <a:ahLst/>
              <a:cxnLst/>
              <a:rect l="l" t="t" r="r" b="b"/>
              <a:pathLst>
                <a:path w="3743325" h="3743325">
                  <a:moveTo>
                    <a:pt x="3676577" y="3743324"/>
                  </a:moveTo>
                  <a:lnTo>
                    <a:pt x="66746" y="3743324"/>
                  </a:lnTo>
                  <a:lnTo>
                    <a:pt x="62101" y="3742866"/>
                  </a:lnTo>
                  <a:lnTo>
                    <a:pt x="24240" y="3725717"/>
                  </a:lnTo>
                  <a:lnTo>
                    <a:pt x="2287" y="3690424"/>
                  </a:lnTo>
                  <a:lnTo>
                    <a:pt x="0" y="3676577"/>
                  </a:lnTo>
                  <a:lnTo>
                    <a:pt x="0" y="3671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676577" y="0"/>
                  </a:lnTo>
                  <a:lnTo>
                    <a:pt x="3715475" y="14645"/>
                  </a:lnTo>
                  <a:lnTo>
                    <a:pt x="3739681" y="48433"/>
                  </a:lnTo>
                  <a:lnTo>
                    <a:pt x="3743324" y="66746"/>
                  </a:lnTo>
                  <a:lnTo>
                    <a:pt x="3743324" y="3676577"/>
                  </a:lnTo>
                  <a:lnTo>
                    <a:pt x="3728679" y="3715475"/>
                  </a:lnTo>
                  <a:lnTo>
                    <a:pt x="3694891" y="3739681"/>
                  </a:lnTo>
                  <a:lnTo>
                    <a:pt x="3681223" y="3742866"/>
                  </a:lnTo>
                  <a:lnTo>
                    <a:pt x="3676577" y="37433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6" name="object 116"/>
            <p:cNvSpPr/>
            <p:nvPr/>
          </p:nvSpPr>
          <p:spPr>
            <a:xfrm>
              <a:off x="14673262" y="3348037"/>
              <a:ext cx="3743325" cy="3743325"/>
            </a:xfrm>
            <a:custGeom>
              <a:avLst/>
              <a:gdLst/>
              <a:ahLst/>
              <a:cxnLst/>
              <a:rect l="l" t="t" r="r" b="b"/>
              <a:pathLst>
                <a:path w="3743325" h="3743325">
                  <a:moveTo>
                    <a:pt x="0" y="3671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671887" y="0"/>
                  </a:lnTo>
                  <a:lnTo>
                    <a:pt x="3676577" y="0"/>
                  </a:lnTo>
                  <a:lnTo>
                    <a:pt x="3681223" y="457"/>
                  </a:lnTo>
                  <a:lnTo>
                    <a:pt x="3719084" y="17606"/>
                  </a:lnTo>
                  <a:lnTo>
                    <a:pt x="3741036" y="52900"/>
                  </a:lnTo>
                  <a:lnTo>
                    <a:pt x="3743324" y="71437"/>
                  </a:lnTo>
                  <a:lnTo>
                    <a:pt x="3743324" y="3671887"/>
                  </a:lnTo>
                  <a:lnTo>
                    <a:pt x="3731285" y="3711575"/>
                  </a:lnTo>
                  <a:lnTo>
                    <a:pt x="3699224" y="3737886"/>
                  </a:lnTo>
                  <a:lnTo>
                    <a:pt x="3671887" y="3743324"/>
                  </a:lnTo>
                  <a:lnTo>
                    <a:pt x="71437" y="3743324"/>
                  </a:lnTo>
                  <a:lnTo>
                    <a:pt x="31748" y="3731285"/>
                  </a:lnTo>
                  <a:lnTo>
                    <a:pt x="27848" y="3728679"/>
                  </a:lnTo>
                  <a:lnTo>
                    <a:pt x="3642" y="3694891"/>
                  </a:lnTo>
                  <a:lnTo>
                    <a:pt x="0" y="3676577"/>
                  </a:lnTo>
                  <a:lnTo>
                    <a:pt x="0" y="3671887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7" name="object 117"/>
          <p:cNvSpPr txBox="1"/>
          <p:nvPr/>
        </p:nvSpPr>
        <p:spPr>
          <a:xfrm>
            <a:off x="8723656" y="4334862"/>
            <a:ext cx="41084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13.35%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6906897" y="4814707"/>
            <a:ext cx="3454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5.91%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6740066" y="5294551"/>
            <a:ext cx="3454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5.23%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6605592" y="5774395"/>
            <a:ext cx="3454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4.68%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5935892" y="6254239"/>
            <a:ext cx="3454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1.93%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4817725" y="3409156"/>
            <a:ext cx="1571625" cy="501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Actual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E6E6E6"/>
                </a:solidFill>
                <a:latin typeface="Tahoma"/>
                <a:cs typeface="Tahoma"/>
              </a:rPr>
              <a:t>Rate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by </a:t>
            </a:r>
            <a:r>
              <a:rPr dirty="0" sz="1200" spc="-10">
                <a:solidFill>
                  <a:srgbClr val="C7C7C7"/>
                </a:solidFill>
                <a:latin typeface="Segoe UI"/>
                <a:cs typeface="Segoe UI"/>
              </a:rPr>
              <a:t>DeviceType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15323576" y="4417014"/>
            <a:ext cx="2227580" cy="2085339"/>
            <a:chOff x="15323576" y="4417014"/>
            <a:chExt cx="2227580" cy="2085339"/>
          </a:xfrm>
        </p:grpSpPr>
        <p:sp>
          <p:nvSpPr>
            <p:cNvPr id="124" name="object 124"/>
            <p:cNvSpPr/>
            <p:nvPr/>
          </p:nvSpPr>
          <p:spPr>
            <a:xfrm>
              <a:off x="16334018" y="4499216"/>
              <a:ext cx="1207770" cy="1993900"/>
            </a:xfrm>
            <a:custGeom>
              <a:avLst/>
              <a:gdLst/>
              <a:ahLst/>
              <a:cxnLst/>
              <a:rect l="l" t="t" r="r" b="b"/>
              <a:pathLst>
                <a:path w="1207769" h="1993900">
                  <a:moveTo>
                    <a:pt x="207378" y="1993412"/>
                  </a:moveTo>
                  <a:lnTo>
                    <a:pt x="155161" y="1991859"/>
                  </a:lnTo>
                  <a:lnTo>
                    <a:pt x="103097" y="1987571"/>
                  </a:lnTo>
                  <a:lnTo>
                    <a:pt x="51329" y="1980562"/>
                  </a:lnTo>
                  <a:lnTo>
                    <a:pt x="0" y="1970848"/>
                  </a:lnTo>
                  <a:lnTo>
                    <a:pt x="210904" y="996708"/>
                  </a:lnTo>
                  <a:lnTo>
                    <a:pt x="210903" y="0"/>
                  </a:lnTo>
                  <a:lnTo>
                    <a:pt x="263126" y="1368"/>
                  </a:lnTo>
                  <a:lnTo>
                    <a:pt x="315205" y="5472"/>
                  </a:lnTo>
                  <a:lnTo>
                    <a:pt x="366997" y="12298"/>
                  </a:lnTo>
                  <a:lnTo>
                    <a:pt x="418361" y="21829"/>
                  </a:lnTo>
                  <a:lnTo>
                    <a:pt x="469155" y="34037"/>
                  </a:lnTo>
                  <a:lnTo>
                    <a:pt x="519239" y="48891"/>
                  </a:lnTo>
                  <a:lnTo>
                    <a:pt x="568476" y="66347"/>
                  </a:lnTo>
                  <a:lnTo>
                    <a:pt x="616731" y="86361"/>
                  </a:lnTo>
                  <a:lnTo>
                    <a:pt x="663871" y="108873"/>
                  </a:lnTo>
                  <a:lnTo>
                    <a:pt x="709767" y="133827"/>
                  </a:lnTo>
                  <a:lnTo>
                    <a:pt x="754293" y="161149"/>
                  </a:lnTo>
                  <a:lnTo>
                    <a:pt x="797325" y="190768"/>
                  </a:lnTo>
                  <a:lnTo>
                    <a:pt x="838747" y="222599"/>
                  </a:lnTo>
                  <a:lnTo>
                    <a:pt x="878443" y="256560"/>
                  </a:lnTo>
                  <a:lnTo>
                    <a:pt x="916307" y="292551"/>
                  </a:lnTo>
                  <a:lnTo>
                    <a:pt x="952232" y="330479"/>
                  </a:lnTo>
                  <a:lnTo>
                    <a:pt x="986122" y="370234"/>
                  </a:lnTo>
                  <a:lnTo>
                    <a:pt x="1017880" y="411713"/>
                  </a:lnTo>
                  <a:lnTo>
                    <a:pt x="1047423" y="454797"/>
                  </a:lnTo>
                  <a:lnTo>
                    <a:pt x="1074667" y="499371"/>
                  </a:lnTo>
                  <a:lnTo>
                    <a:pt x="1099540" y="545310"/>
                  </a:lnTo>
                  <a:lnTo>
                    <a:pt x="1121969" y="592491"/>
                  </a:lnTo>
                  <a:lnTo>
                    <a:pt x="1141897" y="640781"/>
                  </a:lnTo>
                  <a:lnTo>
                    <a:pt x="1159266" y="690049"/>
                  </a:lnTo>
                  <a:lnTo>
                    <a:pt x="1174032" y="740160"/>
                  </a:lnTo>
                  <a:lnTo>
                    <a:pt x="1186150" y="790975"/>
                  </a:lnTo>
                  <a:lnTo>
                    <a:pt x="1195591" y="842355"/>
                  </a:lnTo>
                  <a:lnTo>
                    <a:pt x="1202327" y="894160"/>
                  </a:lnTo>
                  <a:lnTo>
                    <a:pt x="1206338" y="946246"/>
                  </a:lnTo>
                  <a:lnTo>
                    <a:pt x="1207615" y="998471"/>
                  </a:lnTo>
                  <a:lnTo>
                    <a:pt x="1207225" y="1024590"/>
                  </a:lnTo>
                  <a:lnTo>
                    <a:pt x="1204395" y="1076754"/>
                  </a:lnTo>
                  <a:lnTo>
                    <a:pt x="1198836" y="1128698"/>
                  </a:lnTo>
                  <a:lnTo>
                    <a:pt x="1190565" y="1180279"/>
                  </a:lnTo>
                  <a:lnTo>
                    <a:pt x="1179601" y="1231357"/>
                  </a:lnTo>
                  <a:lnTo>
                    <a:pt x="1165976" y="1281789"/>
                  </a:lnTo>
                  <a:lnTo>
                    <a:pt x="1149727" y="1331438"/>
                  </a:lnTo>
                  <a:lnTo>
                    <a:pt x="1130900" y="1380168"/>
                  </a:lnTo>
                  <a:lnTo>
                    <a:pt x="1109546" y="1427845"/>
                  </a:lnTo>
                  <a:lnTo>
                    <a:pt x="1085721" y="1474336"/>
                  </a:lnTo>
                  <a:lnTo>
                    <a:pt x="1059494" y="1519516"/>
                  </a:lnTo>
                  <a:lnTo>
                    <a:pt x="1030936" y="1563259"/>
                  </a:lnTo>
                  <a:lnTo>
                    <a:pt x="1000125" y="1605447"/>
                  </a:lnTo>
                  <a:lnTo>
                    <a:pt x="967147" y="1645962"/>
                  </a:lnTo>
                  <a:lnTo>
                    <a:pt x="932091" y="1684694"/>
                  </a:lnTo>
                  <a:lnTo>
                    <a:pt x="895053" y="1721535"/>
                  </a:lnTo>
                  <a:lnTo>
                    <a:pt x="856136" y="1756385"/>
                  </a:lnTo>
                  <a:lnTo>
                    <a:pt x="815446" y="1789148"/>
                  </a:lnTo>
                  <a:lnTo>
                    <a:pt x="773096" y="1819734"/>
                  </a:lnTo>
                  <a:lnTo>
                    <a:pt x="729202" y="1848060"/>
                  </a:lnTo>
                  <a:lnTo>
                    <a:pt x="683883" y="1874046"/>
                  </a:lnTo>
                  <a:lnTo>
                    <a:pt x="637265" y="1897623"/>
                  </a:lnTo>
                  <a:lnTo>
                    <a:pt x="589477" y="1918725"/>
                  </a:lnTo>
                  <a:lnTo>
                    <a:pt x="540648" y="1937294"/>
                  </a:lnTo>
                  <a:lnTo>
                    <a:pt x="490913" y="1953279"/>
                  </a:lnTo>
                  <a:lnTo>
                    <a:pt x="440409" y="1966636"/>
                  </a:lnTo>
                  <a:lnTo>
                    <a:pt x="389275" y="1977328"/>
                  </a:lnTo>
                  <a:lnTo>
                    <a:pt x="337650" y="1985327"/>
                  </a:lnTo>
                  <a:lnTo>
                    <a:pt x="285678" y="1990610"/>
                  </a:lnTo>
                  <a:lnTo>
                    <a:pt x="233500" y="1993163"/>
                  </a:lnTo>
                  <a:lnTo>
                    <a:pt x="207378" y="1993412"/>
                  </a:lnTo>
                  <a:close/>
                </a:path>
              </a:pathLst>
            </a:custGeom>
            <a:solidFill>
              <a:srgbClr val="4DA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5" name="object 125"/>
            <p:cNvSpPr/>
            <p:nvPr/>
          </p:nvSpPr>
          <p:spPr>
            <a:xfrm>
              <a:off x="16334018" y="4499216"/>
              <a:ext cx="1207770" cy="1993900"/>
            </a:xfrm>
            <a:custGeom>
              <a:avLst/>
              <a:gdLst/>
              <a:ahLst/>
              <a:cxnLst/>
              <a:rect l="l" t="t" r="r" b="b"/>
              <a:pathLst>
                <a:path w="1207769" h="1993900">
                  <a:moveTo>
                    <a:pt x="210904" y="0"/>
                  </a:moveTo>
                  <a:lnTo>
                    <a:pt x="223965" y="171"/>
                  </a:lnTo>
                  <a:lnTo>
                    <a:pt x="237024" y="341"/>
                  </a:lnTo>
                  <a:lnTo>
                    <a:pt x="250074" y="855"/>
                  </a:lnTo>
                  <a:lnTo>
                    <a:pt x="289192" y="3079"/>
                  </a:lnTo>
                  <a:lnTo>
                    <a:pt x="328176" y="7009"/>
                  </a:lnTo>
                  <a:lnTo>
                    <a:pt x="341146" y="8546"/>
                  </a:lnTo>
                  <a:lnTo>
                    <a:pt x="354070" y="10422"/>
                  </a:lnTo>
                  <a:lnTo>
                    <a:pt x="366997" y="12298"/>
                  </a:lnTo>
                  <a:lnTo>
                    <a:pt x="379870" y="14513"/>
                  </a:lnTo>
                  <a:lnTo>
                    <a:pt x="392741" y="16727"/>
                  </a:lnTo>
                  <a:lnTo>
                    <a:pt x="405550" y="19278"/>
                  </a:lnTo>
                  <a:lnTo>
                    <a:pt x="418361" y="21829"/>
                  </a:lnTo>
                  <a:lnTo>
                    <a:pt x="431100" y="24715"/>
                  </a:lnTo>
                  <a:lnTo>
                    <a:pt x="443838" y="27600"/>
                  </a:lnTo>
                  <a:lnTo>
                    <a:pt x="456495" y="30818"/>
                  </a:lnTo>
                  <a:lnTo>
                    <a:pt x="469155" y="34037"/>
                  </a:lnTo>
                  <a:lnTo>
                    <a:pt x="481725" y="37587"/>
                  </a:lnTo>
                  <a:lnTo>
                    <a:pt x="494294" y="41136"/>
                  </a:lnTo>
                  <a:lnTo>
                    <a:pt x="506765" y="45013"/>
                  </a:lnTo>
                  <a:lnTo>
                    <a:pt x="519239" y="48891"/>
                  </a:lnTo>
                  <a:lnTo>
                    <a:pt x="531606" y="53094"/>
                  </a:lnTo>
                  <a:lnTo>
                    <a:pt x="543972" y="57296"/>
                  </a:lnTo>
                  <a:lnTo>
                    <a:pt x="556223" y="61821"/>
                  </a:lnTo>
                  <a:lnTo>
                    <a:pt x="568476" y="66347"/>
                  </a:lnTo>
                  <a:lnTo>
                    <a:pt x="580607" y="71193"/>
                  </a:lnTo>
                  <a:lnTo>
                    <a:pt x="592735" y="76038"/>
                  </a:lnTo>
                  <a:lnTo>
                    <a:pt x="604732" y="81199"/>
                  </a:lnTo>
                  <a:lnTo>
                    <a:pt x="616731" y="86361"/>
                  </a:lnTo>
                  <a:lnTo>
                    <a:pt x="628591" y="91835"/>
                  </a:lnTo>
                  <a:lnTo>
                    <a:pt x="640449" y="97308"/>
                  </a:lnTo>
                  <a:lnTo>
                    <a:pt x="652159" y="103090"/>
                  </a:lnTo>
                  <a:lnTo>
                    <a:pt x="663871" y="108873"/>
                  </a:lnTo>
                  <a:lnTo>
                    <a:pt x="675428" y="114962"/>
                  </a:lnTo>
                  <a:lnTo>
                    <a:pt x="686983" y="121049"/>
                  </a:lnTo>
                  <a:lnTo>
                    <a:pt x="698374" y="127438"/>
                  </a:lnTo>
                  <a:lnTo>
                    <a:pt x="709767" y="133827"/>
                  </a:lnTo>
                  <a:lnTo>
                    <a:pt x="720989" y="140512"/>
                  </a:lnTo>
                  <a:lnTo>
                    <a:pt x="732209" y="147196"/>
                  </a:lnTo>
                  <a:lnTo>
                    <a:pt x="743250" y="154171"/>
                  </a:lnTo>
                  <a:lnTo>
                    <a:pt x="754293" y="161149"/>
                  </a:lnTo>
                  <a:lnTo>
                    <a:pt x="765149" y="168413"/>
                  </a:lnTo>
                  <a:lnTo>
                    <a:pt x="776003" y="175676"/>
                  </a:lnTo>
                  <a:lnTo>
                    <a:pt x="786663" y="183221"/>
                  </a:lnTo>
                  <a:lnTo>
                    <a:pt x="797325" y="190768"/>
                  </a:lnTo>
                  <a:lnTo>
                    <a:pt x="807786" y="198591"/>
                  </a:lnTo>
                  <a:lnTo>
                    <a:pt x="818245" y="206412"/>
                  </a:lnTo>
                  <a:lnTo>
                    <a:pt x="828495" y="214505"/>
                  </a:lnTo>
                  <a:lnTo>
                    <a:pt x="838747" y="222599"/>
                  </a:lnTo>
                  <a:lnTo>
                    <a:pt x="848784" y="230960"/>
                  </a:lnTo>
                  <a:lnTo>
                    <a:pt x="858818" y="239319"/>
                  </a:lnTo>
                  <a:lnTo>
                    <a:pt x="868630" y="247939"/>
                  </a:lnTo>
                  <a:lnTo>
                    <a:pt x="878443" y="256560"/>
                  </a:lnTo>
                  <a:lnTo>
                    <a:pt x="888028" y="265434"/>
                  </a:lnTo>
                  <a:lnTo>
                    <a:pt x="897611" y="274307"/>
                  </a:lnTo>
                  <a:lnTo>
                    <a:pt x="906958" y="283428"/>
                  </a:lnTo>
                  <a:lnTo>
                    <a:pt x="916307" y="292551"/>
                  </a:lnTo>
                  <a:lnTo>
                    <a:pt x="925413" y="301916"/>
                  </a:lnTo>
                  <a:lnTo>
                    <a:pt x="934518" y="311279"/>
                  </a:lnTo>
                  <a:lnTo>
                    <a:pt x="943374" y="320878"/>
                  </a:lnTo>
                  <a:lnTo>
                    <a:pt x="952232" y="330479"/>
                  </a:lnTo>
                  <a:lnTo>
                    <a:pt x="960835" y="340307"/>
                  </a:lnTo>
                  <a:lnTo>
                    <a:pt x="969437" y="350134"/>
                  </a:lnTo>
                  <a:lnTo>
                    <a:pt x="977779" y="360183"/>
                  </a:lnTo>
                  <a:lnTo>
                    <a:pt x="986122" y="370234"/>
                  </a:lnTo>
                  <a:lnTo>
                    <a:pt x="994198" y="380501"/>
                  </a:lnTo>
                  <a:lnTo>
                    <a:pt x="1002273" y="390766"/>
                  </a:lnTo>
                  <a:lnTo>
                    <a:pt x="1010076" y="401238"/>
                  </a:lnTo>
                  <a:lnTo>
                    <a:pt x="1017880" y="411713"/>
                  </a:lnTo>
                  <a:lnTo>
                    <a:pt x="1025408" y="422388"/>
                  </a:lnTo>
                  <a:lnTo>
                    <a:pt x="1032934" y="433061"/>
                  </a:lnTo>
                  <a:lnTo>
                    <a:pt x="1040178" y="443928"/>
                  </a:lnTo>
                  <a:lnTo>
                    <a:pt x="1047423" y="454797"/>
                  </a:lnTo>
                  <a:lnTo>
                    <a:pt x="1054381" y="465852"/>
                  </a:lnTo>
                  <a:lnTo>
                    <a:pt x="1061337" y="476906"/>
                  </a:lnTo>
                  <a:lnTo>
                    <a:pt x="1068001" y="488138"/>
                  </a:lnTo>
                  <a:lnTo>
                    <a:pt x="1074667" y="499371"/>
                  </a:lnTo>
                  <a:lnTo>
                    <a:pt x="1081036" y="510776"/>
                  </a:lnTo>
                  <a:lnTo>
                    <a:pt x="1087405" y="522178"/>
                  </a:lnTo>
                  <a:lnTo>
                    <a:pt x="1093472" y="533743"/>
                  </a:lnTo>
                  <a:lnTo>
                    <a:pt x="1099540" y="545310"/>
                  </a:lnTo>
                  <a:lnTo>
                    <a:pt x="1105302" y="557033"/>
                  </a:lnTo>
                  <a:lnTo>
                    <a:pt x="1111064" y="568754"/>
                  </a:lnTo>
                  <a:lnTo>
                    <a:pt x="1116516" y="580621"/>
                  </a:lnTo>
                  <a:lnTo>
                    <a:pt x="1121969" y="592491"/>
                  </a:lnTo>
                  <a:lnTo>
                    <a:pt x="1127110" y="604499"/>
                  </a:lnTo>
                  <a:lnTo>
                    <a:pt x="1132250" y="616505"/>
                  </a:lnTo>
                  <a:lnTo>
                    <a:pt x="1137073" y="628642"/>
                  </a:lnTo>
                  <a:lnTo>
                    <a:pt x="1141897" y="640781"/>
                  </a:lnTo>
                  <a:lnTo>
                    <a:pt x="1146401" y="653042"/>
                  </a:lnTo>
                  <a:lnTo>
                    <a:pt x="1150904" y="665301"/>
                  </a:lnTo>
                  <a:lnTo>
                    <a:pt x="1155085" y="677674"/>
                  </a:lnTo>
                  <a:lnTo>
                    <a:pt x="1159266" y="690049"/>
                  </a:lnTo>
                  <a:lnTo>
                    <a:pt x="1163122" y="702530"/>
                  </a:lnTo>
                  <a:lnTo>
                    <a:pt x="1166977" y="715008"/>
                  </a:lnTo>
                  <a:lnTo>
                    <a:pt x="1170504" y="727583"/>
                  </a:lnTo>
                  <a:lnTo>
                    <a:pt x="1174032" y="740160"/>
                  </a:lnTo>
                  <a:lnTo>
                    <a:pt x="1177228" y="752825"/>
                  </a:lnTo>
                  <a:lnTo>
                    <a:pt x="1180424" y="765488"/>
                  </a:lnTo>
                  <a:lnTo>
                    <a:pt x="1183287" y="778230"/>
                  </a:lnTo>
                  <a:lnTo>
                    <a:pt x="1186150" y="790975"/>
                  </a:lnTo>
                  <a:lnTo>
                    <a:pt x="1188679" y="803790"/>
                  </a:lnTo>
                  <a:lnTo>
                    <a:pt x="1191207" y="816603"/>
                  </a:lnTo>
                  <a:lnTo>
                    <a:pt x="1193399" y="829478"/>
                  </a:lnTo>
                  <a:lnTo>
                    <a:pt x="1195591" y="842355"/>
                  </a:lnTo>
                  <a:lnTo>
                    <a:pt x="1197445" y="855285"/>
                  </a:lnTo>
                  <a:lnTo>
                    <a:pt x="1199298" y="868213"/>
                  </a:lnTo>
                  <a:lnTo>
                    <a:pt x="1200812" y="881185"/>
                  </a:lnTo>
                  <a:lnTo>
                    <a:pt x="1202327" y="894160"/>
                  </a:lnTo>
                  <a:lnTo>
                    <a:pt x="1203500" y="907169"/>
                  </a:lnTo>
                  <a:lnTo>
                    <a:pt x="1204674" y="920177"/>
                  </a:lnTo>
                  <a:lnTo>
                    <a:pt x="1205506" y="933210"/>
                  </a:lnTo>
                  <a:lnTo>
                    <a:pt x="1206339" y="946246"/>
                  </a:lnTo>
                  <a:lnTo>
                    <a:pt x="1206829" y="959299"/>
                  </a:lnTo>
                  <a:lnTo>
                    <a:pt x="1207319" y="972350"/>
                  </a:lnTo>
                  <a:lnTo>
                    <a:pt x="1207467" y="985409"/>
                  </a:lnTo>
                  <a:lnTo>
                    <a:pt x="1207615" y="998471"/>
                  </a:lnTo>
                  <a:lnTo>
                    <a:pt x="1207420" y="1011532"/>
                  </a:lnTo>
                  <a:lnTo>
                    <a:pt x="1207225" y="1024591"/>
                  </a:lnTo>
                  <a:lnTo>
                    <a:pt x="1206689" y="1037640"/>
                  </a:lnTo>
                  <a:lnTo>
                    <a:pt x="1206152" y="1050691"/>
                  </a:lnTo>
                  <a:lnTo>
                    <a:pt x="1205273" y="1063724"/>
                  </a:lnTo>
                  <a:lnTo>
                    <a:pt x="1204394" y="1076754"/>
                  </a:lnTo>
                  <a:lnTo>
                    <a:pt x="1203175" y="1089757"/>
                  </a:lnTo>
                  <a:lnTo>
                    <a:pt x="1201954" y="1102762"/>
                  </a:lnTo>
                  <a:lnTo>
                    <a:pt x="1200395" y="1115731"/>
                  </a:lnTo>
                  <a:lnTo>
                    <a:pt x="1198836" y="1128698"/>
                  </a:lnTo>
                  <a:lnTo>
                    <a:pt x="1196938" y="1141619"/>
                  </a:lnTo>
                  <a:lnTo>
                    <a:pt x="1195039" y="1154543"/>
                  </a:lnTo>
                  <a:lnTo>
                    <a:pt x="1192801" y="1167412"/>
                  </a:lnTo>
                  <a:lnTo>
                    <a:pt x="1190564" y="1180280"/>
                  </a:lnTo>
                  <a:lnTo>
                    <a:pt x="1187991" y="1193084"/>
                  </a:lnTo>
                  <a:lnTo>
                    <a:pt x="1185417" y="1205890"/>
                  </a:lnTo>
                  <a:lnTo>
                    <a:pt x="1182509" y="1218624"/>
                  </a:lnTo>
                  <a:lnTo>
                    <a:pt x="1179601" y="1231357"/>
                  </a:lnTo>
                  <a:lnTo>
                    <a:pt x="1176361" y="1244008"/>
                  </a:lnTo>
                  <a:lnTo>
                    <a:pt x="1173120" y="1256662"/>
                  </a:lnTo>
                  <a:lnTo>
                    <a:pt x="1169548" y="1269227"/>
                  </a:lnTo>
                  <a:lnTo>
                    <a:pt x="1165976" y="1281789"/>
                  </a:lnTo>
                  <a:lnTo>
                    <a:pt x="1162077" y="1294254"/>
                  </a:lnTo>
                  <a:lnTo>
                    <a:pt x="1158177" y="1306720"/>
                  </a:lnTo>
                  <a:lnTo>
                    <a:pt x="1153952" y="1319080"/>
                  </a:lnTo>
                  <a:lnTo>
                    <a:pt x="1149728" y="1331438"/>
                  </a:lnTo>
                  <a:lnTo>
                    <a:pt x="1135766" y="1368048"/>
                  </a:lnTo>
                  <a:lnTo>
                    <a:pt x="1120535" y="1404146"/>
                  </a:lnTo>
                  <a:lnTo>
                    <a:pt x="1115040" y="1415996"/>
                  </a:lnTo>
                  <a:lnTo>
                    <a:pt x="1109546" y="1427845"/>
                  </a:lnTo>
                  <a:lnTo>
                    <a:pt x="1091830" y="1462793"/>
                  </a:lnTo>
                  <a:lnTo>
                    <a:pt x="1072903" y="1497097"/>
                  </a:lnTo>
                  <a:lnTo>
                    <a:pt x="1066198" y="1508308"/>
                  </a:lnTo>
                  <a:lnTo>
                    <a:pt x="1059494" y="1519516"/>
                  </a:lnTo>
                  <a:lnTo>
                    <a:pt x="1038218" y="1552418"/>
                  </a:lnTo>
                  <a:lnTo>
                    <a:pt x="1015806" y="1584555"/>
                  </a:lnTo>
                  <a:lnTo>
                    <a:pt x="1007965" y="1595002"/>
                  </a:lnTo>
                  <a:lnTo>
                    <a:pt x="1000125" y="1605447"/>
                  </a:lnTo>
                  <a:lnTo>
                    <a:pt x="975524" y="1635942"/>
                  </a:lnTo>
                  <a:lnTo>
                    <a:pt x="949872" y="1665557"/>
                  </a:lnTo>
                  <a:lnTo>
                    <a:pt x="940981" y="1675126"/>
                  </a:lnTo>
                  <a:lnTo>
                    <a:pt x="932091" y="1684694"/>
                  </a:lnTo>
                  <a:lnTo>
                    <a:pt x="904433" y="1712447"/>
                  </a:lnTo>
                  <a:lnTo>
                    <a:pt x="875823" y="1739215"/>
                  </a:lnTo>
                  <a:lnTo>
                    <a:pt x="865979" y="1747801"/>
                  </a:lnTo>
                  <a:lnTo>
                    <a:pt x="856136" y="1756385"/>
                  </a:lnTo>
                  <a:lnTo>
                    <a:pt x="825725" y="1781092"/>
                  </a:lnTo>
                  <a:lnTo>
                    <a:pt x="794471" y="1804718"/>
                  </a:lnTo>
                  <a:lnTo>
                    <a:pt x="783782" y="1812227"/>
                  </a:lnTo>
                  <a:lnTo>
                    <a:pt x="773096" y="1819734"/>
                  </a:lnTo>
                  <a:lnTo>
                    <a:pt x="740267" y="1841123"/>
                  </a:lnTo>
                  <a:lnTo>
                    <a:pt x="706712" y="1861350"/>
                  </a:lnTo>
                  <a:lnTo>
                    <a:pt x="695297" y="1867699"/>
                  </a:lnTo>
                  <a:lnTo>
                    <a:pt x="683883" y="1874046"/>
                  </a:lnTo>
                  <a:lnTo>
                    <a:pt x="648996" y="1891882"/>
                  </a:lnTo>
                  <a:lnTo>
                    <a:pt x="613509" y="1908487"/>
                  </a:lnTo>
                  <a:lnTo>
                    <a:pt x="601492" y="1913606"/>
                  </a:lnTo>
                  <a:lnTo>
                    <a:pt x="589477" y="1918725"/>
                  </a:lnTo>
                  <a:lnTo>
                    <a:pt x="552915" y="1932812"/>
                  </a:lnTo>
                  <a:lnTo>
                    <a:pt x="515885" y="1945612"/>
                  </a:lnTo>
                  <a:lnTo>
                    <a:pt x="503398" y="1949446"/>
                  </a:lnTo>
                  <a:lnTo>
                    <a:pt x="490913" y="1953279"/>
                  </a:lnTo>
                  <a:lnTo>
                    <a:pt x="453078" y="1963462"/>
                  </a:lnTo>
                  <a:lnTo>
                    <a:pt x="414912" y="1972316"/>
                  </a:lnTo>
                  <a:lnTo>
                    <a:pt x="402092" y="1974823"/>
                  </a:lnTo>
                  <a:lnTo>
                    <a:pt x="389275" y="1977329"/>
                  </a:lnTo>
                  <a:lnTo>
                    <a:pt x="350581" y="1983497"/>
                  </a:lnTo>
                  <a:lnTo>
                    <a:pt x="311698" y="1988308"/>
                  </a:lnTo>
                  <a:lnTo>
                    <a:pt x="298687" y="1989459"/>
                  </a:lnTo>
                  <a:lnTo>
                    <a:pt x="285678" y="1990610"/>
                  </a:lnTo>
                  <a:lnTo>
                    <a:pt x="246551" y="1992696"/>
                  </a:lnTo>
                  <a:lnTo>
                    <a:pt x="207378" y="1993412"/>
                  </a:lnTo>
                  <a:lnTo>
                    <a:pt x="194318" y="1993195"/>
                  </a:lnTo>
                  <a:lnTo>
                    <a:pt x="181259" y="1992978"/>
                  </a:lnTo>
                  <a:lnTo>
                    <a:pt x="142130" y="1990958"/>
                  </a:lnTo>
                  <a:lnTo>
                    <a:pt x="103097" y="1987571"/>
                  </a:lnTo>
                  <a:lnTo>
                    <a:pt x="90131" y="1985988"/>
                  </a:lnTo>
                  <a:lnTo>
                    <a:pt x="77167" y="1984406"/>
                  </a:lnTo>
                  <a:lnTo>
                    <a:pt x="38464" y="1978301"/>
                  </a:lnTo>
                  <a:lnTo>
                    <a:pt x="0" y="1970848"/>
                  </a:lnTo>
                  <a:lnTo>
                    <a:pt x="210904" y="996708"/>
                  </a:lnTo>
                  <a:lnTo>
                    <a:pt x="210904" y="0"/>
                  </a:lnTo>
                </a:path>
              </a:pathLst>
            </a:custGeom>
            <a:ln w="19049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6" name="object 126"/>
            <p:cNvSpPr/>
            <p:nvPr/>
          </p:nvSpPr>
          <p:spPr>
            <a:xfrm>
              <a:off x="15548221" y="4663334"/>
              <a:ext cx="996950" cy="1807210"/>
            </a:xfrm>
            <a:custGeom>
              <a:avLst/>
              <a:gdLst/>
              <a:ahLst/>
              <a:cxnLst/>
              <a:rect l="l" t="t" r="r" b="b"/>
              <a:pathLst>
                <a:path w="996950" h="1807210">
                  <a:moveTo>
                    <a:pt x="785797" y="1806729"/>
                  </a:moveTo>
                  <a:lnTo>
                    <a:pt x="715000" y="1788665"/>
                  </a:lnTo>
                  <a:lnTo>
                    <a:pt x="645719" y="1765456"/>
                  </a:lnTo>
                  <a:lnTo>
                    <a:pt x="578321" y="1737241"/>
                  </a:lnTo>
                  <a:lnTo>
                    <a:pt x="513175" y="1704157"/>
                  </a:lnTo>
                  <a:lnTo>
                    <a:pt x="450623" y="1666398"/>
                  </a:lnTo>
                  <a:lnTo>
                    <a:pt x="391010" y="1624150"/>
                  </a:lnTo>
                  <a:lnTo>
                    <a:pt x="334647" y="1577655"/>
                  </a:lnTo>
                  <a:lnTo>
                    <a:pt x="281848" y="1527150"/>
                  </a:lnTo>
                  <a:lnTo>
                    <a:pt x="232884" y="1472918"/>
                  </a:lnTo>
                  <a:lnTo>
                    <a:pt x="188030" y="1415241"/>
                  </a:lnTo>
                  <a:lnTo>
                    <a:pt x="147516" y="1354436"/>
                  </a:lnTo>
                  <a:lnTo>
                    <a:pt x="111572" y="1290823"/>
                  </a:lnTo>
                  <a:lnTo>
                    <a:pt x="80377" y="1224752"/>
                  </a:lnTo>
                  <a:lnTo>
                    <a:pt x="54115" y="1156569"/>
                  </a:lnTo>
                  <a:lnTo>
                    <a:pt x="32910" y="1086648"/>
                  </a:lnTo>
                  <a:lnTo>
                    <a:pt x="16893" y="1015360"/>
                  </a:lnTo>
                  <a:lnTo>
                    <a:pt x="6133" y="943091"/>
                  </a:lnTo>
                  <a:lnTo>
                    <a:pt x="703" y="870228"/>
                  </a:lnTo>
                  <a:lnTo>
                    <a:pt x="0" y="832590"/>
                  </a:lnTo>
                  <a:lnTo>
                    <a:pt x="618" y="797163"/>
                  </a:lnTo>
                  <a:lnTo>
                    <a:pt x="5893" y="724288"/>
                  </a:lnTo>
                  <a:lnTo>
                    <a:pt x="16486" y="651994"/>
                  </a:lnTo>
                  <a:lnTo>
                    <a:pt x="32353" y="580673"/>
                  </a:lnTo>
                  <a:lnTo>
                    <a:pt x="53396" y="510703"/>
                  </a:lnTo>
                  <a:lnTo>
                    <a:pt x="79514" y="442465"/>
                  </a:lnTo>
                  <a:lnTo>
                    <a:pt x="110554" y="376321"/>
                  </a:lnTo>
                  <a:lnTo>
                    <a:pt x="146364" y="312633"/>
                  </a:lnTo>
                  <a:lnTo>
                    <a:pt x="186737" y="251735"/>
                  </a:lnTo>
                  <a:lnTo>
                    <a:pt x="231468" y="193962"/>
                  </a:lnTo>
                  <a:lnTo>
                    <a:pt x="280305" y="139617"/>
                  </a:lnTo>
                  <a:lnTo>
                    <a:pt x="332998" y="89000"/>
                  </a:lnTo>
                  <a:lnTo>
                    <a:pt x="389252" y="42374"/>
                  </a:lnTo>
                  <a:lnTo>
                    <a:pt x="448776" y="0"/>
                  </a:lnTo>
                  <a:lnTo>
                    <a:pt x="996701" y="832590"/>
                  </a:lnTo>
                  <a:lnTo>
                    <a:pt x="785797" y="1806729"/>
                  </a:lnTo>
                  <a:close/>
                </a:path>
              </a:pathLst>
            </a:custGeom>
            <a:solidFill>
              <a:srgbClr val="45D5F5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7" name="object 1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748624" y="6098300"/>
              <a:ext cx="171523" cy="175979"/>
            </a:xfrm>
            <a:prstGeom prst="rect">
              <a:avLst/>
            </a:prstGeom>
          </p:spPr>
        </p:pic>
        <p:sp>
          <p:nvSpPr>
            <p:cNvPr id="128" name="object 128"/>
            <p:cNvSpPr/>
            <p:nvPr/>
          </p:nvSpPr>
          <p:spPr>
            <a:xfrm>
              <a:off x="15548211" y="5495925"/>
              <a:ext cx="635" cy="1270"/>
            </a:xfrm>
            <a:custGeom>
              <a:avLst/>
              <a:gdLst/>
              <a:ahLst/>
              <a:cxnLst/>
              <a:rect l="l" t="t" r="r" b="b"/>
              <a:pathLst>
                <a:path w="634" h="1270">
                  <a:moveTo>
                    <a:pt x="0" y="1106"/>
                  </a:moveTo>
                  <a:lnTo>
                    <a:pt x="9" y="0"/>
                  </a:lnTo>
                </a:path>
              </a:pathLst>
            </a:custGeom>
            <a:ln w="19049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9" name="object 1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770164" y="4718981"/>
              <a:ext cx="148278" cy="147841"/>
            </a:xfrm>
            <a:prstGeom prst="rect">
              <a:avLst/>
            </a:prstGeom>
          </p:spPr>
        </p:pic>
        <p:sp>
          <p:nvSpPr>
            <p:cNvPr id="130" name="object 130"/>
            <p:cNvSpPr/>
            <p:nvPr/>
          </p:nvSpPr>
          <p:spPr>
            <a:xfrm>
              <a:off x="15996997" y="4663334"/>
              <a:ext cx="548005" cy="1807210"/>
            </a:xfrm>
            <a:custGeom>
              <a:avLst/>
              <a:gdLst/>
              <a:ahLst/>
              <a:cxnLst/>
              <a:rect l="l" t="t" r="r" b="b"/>
              <a:pathLst>
                <a:path w="548005" h="1807210">
                  <a:moveTo>
                    <a:pt x="0" y="0"/>
                  </a:moveTo>
                  <a:lnTo>
                    <a:pt x="547925" y="832590"/>
                  </a:lnTo>
                  <a:lnTo>
                    <a:pt x="337021" y="1806729"/>
                  </a:lnTo>
                </a:path>
              </a:pathLst>
            </a:custGeom>
            <a:ln w="19049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1" name="object 131"/>
            <p:cNvSpPr/>
            <p:nvPr/>
          </p:nvSpPr>
          <p:spPr>
            <a:xfrm>
              <a:off x="15996997" y="4499216"/>
              <a:ext cx="548005" cy="996950"/>
            </a:xfrm>
            <a:custGeom>
              <a:avLst/>
              <a:gdLst/>
              <a:ahLst/>
              <a:cxnLst/>
              <a:rect l="l" t="t" r="r" b="b"/>
              <a:pathLst>
                <a:path w="548005" h="996950">
                  <a:moveTo>
                    <a:pt x="547925" y="996708"/>
                  </a:moveTo>
                  <a:lnTo>
                    <a:pt x="0" y="164118"/>
                  </a:lnTo>
                  <a:lnTo>
                    <a:pt x="36679" y="141222"/>
                  </a:lnTo>
                  <a:lnTo>
                    <a:pt x="49076" y="134000"/>
                  </a:lnTo>
                  <a:lnTo>
                    <a:pt x="88874" y="112101"/>
                  </a:lnTo>
                  <a:lnTo>
                    <a:pt x="126490" y="93420"/>
                  </a:lnTo>
                  <a:lnTo>
                    <a:pt x="164980" y="76594"/>
                  </a:lnTo>
                  <a:lnTo>
                    <a:pt x="207341" y="60162"/>
                  </a:lnTo>
                  <a:lnTo>
                    <a:pt x="261937" y="41911"/>
                  </a:lnTo>
                  <a:lnTo>
                    <a:pt x="303641" y="30502"/>
                  </a:lnTo>
                  <a:lnTo>
                    <a:pt x="346095" y="20806"/>
                  </a:lnTo>
                  <a:lnTo>
                    <a:pt x="403394" y="10478"/>
                  </a:lnTo>
                  <a:lnTo>
                    <a:pt x="445063" y="5407"/>
                  </a:lnTo>
                  <a:lnTo>
                    <a:pt x="490338" y="1821"/>
                  </a:lnTo>
                  <a:lnTo>
                    <a:pt x="547925" y="0"/>
                  </a:lnTo>
                  <a:lnTo>
                    <a:pt x="547925" y="996708"/>
                  </a:lnTo>
                  <a:close/>
                </a:path>
              </a:pathLst>
            </a:custGeom>
            <a:solidFill>
              <a:srgbClr val="7E8B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5996996" y="4499216"/>
              <a:ext cx="548005" cy="996950"/>
            </a:xfrm>
            <a:custGeom>
              <a:avLst/>
              <a:gdLst/>
              <a:ahLst/>
              <a:cxnLst/>
              <a:rect l="l" t="t" r="r" b="b"/>
              <a:pathLst>
                <a:path w="548005" h="996950">
                  <a:moveTo>
                    <a:pt x="36680" y="141222"/>
                  </a:moveTo>
                  <a:lnTo>
                    <a:pt x="49076" y="134000"/>
                  </a:lnTo>
                </a:path>
                <a:path w="548005" h="996950">
                  <a:moveTo>
                    <a:pt x="74589" y="119741"/>
                  </a:moveTo>
                  <a:lnTo>
                    <a:pt x="88875" y="112101"/>
                  </a:lnTo>
                </a:path>
                <a:path w="548005" h="996950">
                  <a:moveTo>
                    <a:pt x="165190" y="76509"/>
                  </a:moveTo>
                  <a:lnTo>
                    <a:pt x="180002" y="70559"/>
                  </a:lnTo>
                </a:path>
                <a:path w="548005" h="996950">
                  <a:moveTo>
                    <a:pt x="207341" y="60162"/>
                  </a:moveTo>
                  <a:lnTo>
                    <a:pt x="220817" y="55311"/>
                  </a:lnTo>
                </a:path>
                <a:path w="548005" h="996950">
                  <a:moveTo>
                    <a:pt x="303642" y="30502"/>
                  </a:moveTo>
                  <a:lnTo>
                    <a:pt x="317608" y="27136"/>
                  </a:lnTo>
                </a:path>
                <a:path w="548005" h="996950">
                  <a:moveTo>
                    <a:pt x="346096" y="20806"/>
                  </a:moveTo>
                  <a:lnTo>
                    <a:pt x="362022" y="17577"/>
                  </a:lnTo>
                </a:path>
                <a:path w="548005" h="996950">
                  <a:moveTo>
                    <a:pt x="445293" y="5386"/>
                  </a:moveTo>
                  <a:lnTo>
                    <a:pt x="461263" y="3929"/>
                  </a:lnTo>
                </a:path>
                <a:path w="548005" h="996950">
                  <a:moveTo>
                    <a:pt x="490338" y="1821"/>
                  </a:moveTo>
                  <a:lnTo>
                    <a:pt x="504716" y="1036"/>
                  </a:lnTo>
                </a:path>
                <a:path w="548005" h="996950">
                  <a:moveTo>
                    <a:pt x="547926" y="0"/>
                  </a:moveTo>
                  <a:lnTo>
                    <a:pt x="547926" y="996708"/>
                  </a:lnTo>
                  <a:lnTo>
                    <a:pt x="0" y="164119"/>
                  </a:lnTo>
                </a:path>
              </a:pathLst>
            </a:custGeom>
            <a:ln w="19049">
              <a:solidFill>
                <a:srgbClr val="1F1F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3" name="object 133"/>
            <p:cNvSpPr/>
            <p:nvPr/>
          </p:nvSpPr>
          <p:spPr>
            <a:xfrm>
              <a:off x="15328338" y="4421777"/>
              <a:ext cx="1987550" cy="1983739"/>
            </a:xfrm>
            <a:custGeom>
              <a:avLst/>
              <a:gdLst/>
              <a:ahLst/>
              <a:cxnLst/>
              <a:rect l="l" t="t" r="r" b="b"/>
              <a:pathLst>
                <a:path w="1987550" h="1983739">
                  <a:moveTo>
                    <a:pt x="1814739" y="1902356"/>
                  </a:moveTo>
                  <a:lnTo>
                    <a:pt x="1873096" y="1983157"/>
                  </a:lnTo>
                  <a:lnTo>
                    <a:pt x="1987396" y="1983157"/>
                  </a:lnTo>
                </a:path>
                <a:path w="1987550" h="1983739">
                  <a:moveTo>
                    <a:pt x="212280" y="1261487"/>
                  </a:moveTo>
                  <a:lnTo>
                    <a:pt x="114299" y="1279764"/>
                  </a:lnTo>
                  <a:lnTo>
                    <a:pt x="0" y="1279764"/>
                  </a:lnTo>
                </a:path>
                <a:path w="1987550" h="1983739">
                  <a:moveTo>
                    <a:pt x="923445" y="95479"/>
                  </a:moveTo>
                  <a:lnTo>
                    <a:pt x="894846" y="0"/>
                  </a:lnTo>
                  <a:lnTo>
                    <a:pt x="780546" y="0"/>
                  </a:lnTo>
                </a:path>
              </a:pathLst>
            </a:custGeom>
            <a:ln w="9524">
              <a:solidFill>
                <a:srgbClr val="F5F5F5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4" name="object 134"/>
          <p:cNvSpPr txBox="1"/>
          <p:nvPr/>
        </p:nvSpPr>
        <p:spPr>
          <a:xfrm>
            <a:off x="17341138" y="6320166"/>
            <a:ext cx="81026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mobile</a:t>
            </a:r>
            <a:r>
              <a:rPr dirty="0" sz="950" spc="-15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11.43%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15344457" y="4337008"/>
            <a:ext cx="7391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(Blank)</a:t>
            </a: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1.98%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14849808" y="5525733"/>
            <a:ext cx="453390" cy="339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014" marR="5080" indent="-107950">
              <a:lnSpc>
                <a:spcPct val="108600"/>
              </a:lnSpc>
              <a:spcBef>
                <a:spcPts val="100"/>
              </a:spcBef>
            </a:pP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desktop 8.00%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137" name="object 137"/>
          <p:cNvGrpSpPr/>
          <p:nvPr/>
        </p:nvGrpSpPr>
        <p:grpSpPr>
          <a:xfrm>
            <a:off x="9677399" y="3343275"/>
            <a:ext cx="4924425" cy="3752850"/>
            <a:chOff x="9677399" y="3343275"/>
            <a:chExt cx="4924425" cy="3752850"/>
          </a:xfrm>
        </p:grpSpPr>
        <p:sp>
          <p:nvSpPr>
            <p:cNvPr id="138" name="object 138"/>
            <p:cNvSpPr/>
            <p:nvPr/>
          </p:nvSpPr>
          <p:spPr>
            <a:xfrm>
              <a:off x="9682161" y="3348037"/>
              <a:ext cx="4914900" cy="3743325"/>
            </a:xfrm>
            <a:custGeom>
              <a:avLst/>
              <a:gdLst/>
              <a:ahLst/>
              <a:cxnLst/>
              <a:rect l="l" t="t" r="r" b="b"/>
              <a:pathLst>
                <a:path w="4914900" h="3743325">
                  <a:moveTo>
                    <a:pt x="4848152" y="3743324"/>
                  </a:moveTo>
                  <a:lnTo>
                    <a:pt x="66746" y="3743324"/>
                  </a:lnTo>
                  <a:lnTo>
                    <a:pt x="62101" y="3742866"/>
                  </a:lnTo>
                  <a:lnTo>
                    <a:pt x="24240" y="3725717"/>
                  </a:lnTo>
                  <a:lnTo>
                    <a:pt x="2287" y="3690424"/>
                  </a:lnTo>
                  <a:lnTo>
                    <a:pt x="0" y="3676577"/>
                  </a:lnTo>
                  <a:lnTo>
                    <a:pt x="0" y="367188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848152" y="0"/>
                  </a:lnTo>
                  <a:lnTo>
                    <a:pt x="4887050" y="14645"/>
                  </a:lnTo>
                  <a:lnTo>
                    <a:pt x="4911256" y="48433"/>
                  </a:lnTo>
                  <a:lnTo>
                    <a:pt x="4914899" y="66746"/>
                  </a:lnTo>
                  <a:lnTo>
                    <a:pt x="4914899" y="3676577"/>
                  </a:lnTo>
                  <a:lnTo>
                    <a:pt x="4900253" y="3715475"/>
                  </a:lnTo>
                  <a:lnTo>
                    <a:pt x="4866465" y="3739681"/>
                  </a:lnTo>
                  <a:lnTo>
                    <a:pt x="4852798" y="3742866"/>
                  </a:lnTo>
                  <a:lnTo>
                    <a:pt x="4848152" y="37433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9" name="object 139"/>
            <p:cNvSpPr/>
            <p:nvPr/>
          </p:nvSpPr>
          <p:spPr>
            <a:xfrm>
              <a:off x="9682161" y="3348037"/>
              <a:ext cx="4914900" cy="3743325"/>
            </a:xfrm>
            <a:custGeom>
              <a:avLst/>
              <a:gdLst/>
              <a:ahLst/>
              <a:cxnLst/>
              <a:rect l="l" t="t" r="r" b="b"/>
              <a:pathLst>
                <a:path w="4914900" h="3743325">
                  <a:moveTo>
                    <a:pt x="0" y="36718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843462" y="0"/>
                  </a:lnTo>
                  <a:lnTo>
                    <a:pt x="4848152" y="0"/>
                  </a:lnTo>
                  <a:lnTo>
                    <a:pt x="4852798" y="457"/>
                  </a:lnTo>
                  <a:lnTo>
                    <a:pt x="4857398" y="1372"/>
                  </a:lnTo>
                  <a:lnTo>
                    <a:pt x="4861998" y="2287"/>
                  </a:lnTo>
                  <a:lnTo>
                    <a:pt x="4866465" y="3642"/>
                  </a:lnTo>
                  <a:lnTo>
                    <a:pt x="4870799" y="5437"/>
                  </a:lnTo>
                  <a:lnTo>
                    <a:pt x="4875132" y="7232"/>
                  </a:lnTo>
                  <a:lnTo>
                    <a:pt x="4893975" y="20923"/>
                  </a:lnTo>
                  <a:lnTo>
                    <a:pt x="4897292" y="24240"/>
                  </a:lnTo>
                  <a:lnTo>
                    <a:pt x="4909461" y="44099"/>
                  </a:lnTo>
                  <a:lnTo>
                    <a:pt x="4911256" y="48433"/>
                  </a:lnTo>
                  <a:lnTo>
                    <a:pt x="4912611" y="52900"/>
                  </a:lnTo>
                  <a:lnTo>
                    <a:pt x="4913526" y="57500"/>
                  </a:lnTo>
                  <a:lnTo>
                    <a:pt x="4914442" y="62101"/>
                  </a:lnTo>
                  <a:lnTo>
                    <a:pt x="4914899" y="66746"/>
                  </a:lnTo>
                  <a:lnTo>
                    <a:pt x="4914899" y="71437"/>
                  </a:lnTo>
                  <a:lnTo>
                    <a:pt x="4914899" y="3671887"/>
                  </a:lnTo>
                  <a:lnTo>
                    <a:pt x="4914899" y="3676577"/>
                  </a:lnTo>
                  <a:lnTo>
                    <a:pt x="4914442" y="3681223"/>
                  </a:lnTo>
                  <a:lnTo>
                    <a:pt x="4913526" y="3685823"/>
                  </a:lnTo>
                  <a:lnTo>
                    <a:pt x="4912611" y="3690424"/>
                  </a:lnTo>
                  <a:lnTo>
                    <a:pt x="4911256" y="3694891"/>
                  </a:lnTo>
                  <a:lnTo>
                    <a:pt x="4909461" y="3699224"/>
                  </a:lnTo>
                  <a:lnTo>
                    <a:pt x="4907666" y="3703558"/>
                  </a:lnTo>
                  <a:lnTo>
                    <a:pt x="4879250" y="3733890"/>
                  </a:lnTo>
                  <a:lnTo>
                    <a:pt x="4843462" y="3743324"/>
                  </a:lnTo>
                  <a:lnTo>
                    <a:pt x="71437" y="3743324"/>
                  </a:lnTo>
                  <a:lnTo>
                    <a:pt x="31748" y="3731285"/>
                  </a:lnTo>
                  <a:lnTo>
                    <a:pt x="27848" y="3728679"/>
                  </a:lnTo>
                  <a:lnTo>
                    <a:pt x="3642" y="3694891"/>
                  </a:lnTo>
                  <a:lnTo>
                    <a:pt x="0" y="3676577"/>
                  </a:lnTo>
                  <a:lnTo>
                    <a:pt x="0" y="3671887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0" name="object 140"/>
          <p:cNvSpPr txBox="1"/>
          <p:nvPr/>
        </p:nvSpPr>
        <p:spPr>
          <a:xfrm>
            <a:off x="9826624" y="3409156"/>
            <a:ext cx="1571625" cy="501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Actual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E6E6E6"/>
                </a:solidFill>
                <a:latin typeface="Tahoma"/>
                <a:cs typeface="Tahoma"/>
              </a:rPr>
              <a:t>Rate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by</a:t>
            </a:r>
            <a:r>
              <a:rPr dirty="0" sz="120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card6</a:t>
            </a:r>
            <a:r>
              <a:rPr dirty="0" sz="1200" spc="-15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and</a:t>
            </a:r>
            <a:r>
              <a:rPr dirty="0" sz="1200" spc="-15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1200" spc="-10">
                <a:solidFill>
                  <a:srgbClr val="C7C7C7"/>
                </a:solidFill>
                <a:latin typeface="Segoe UI"/>
                <a:cs typeface="Segoe UI"/>
              </a:rPr>
              <a:t>card4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41" name="object 141"/>
          <p:cNvGrpSpPr/>
          <p:nvPr/>
        </p:nvGrpSpPr>
        <p:grpSpPr>
          <a:xfrm>
            <a:off x="10186986" y="4648199"/>
            <a:ext cx="4257675" cy="2028825"/>
            <a:chOff x="10186986" y="4648199"/>
            <a:chExt cx="4257675" cy="2028825"/>
          </a:xfrm>
        </p:grpSpPr>
        <p:sp>
          <p:nvSpPr>
            <p:cNvPr id="142" name="object 142"/>
            <p:cNvSpPr/>
            <p:nvPr/>
          </p:nvSpPr>
          <p:spPr>
            <a:xfrm>
              <a:off x="10191749" y="6672262"/>
              <a:ext cx="4248150" cy="0"/>
            </a:xfrm>
            <a:custGeom>
              <a:avLst/>
              <a:gdLst/>
              <a:ahLst/>
              <a:cxnLst/>
              <a:rect l="l" t="t" r="r" b="b"/>
              <a:pathLst>
                <a:path w="4248150" h="0">
                  <a:moveTo>
                    <a:pt x="0" y="0"/>
                  </a:moveTo>
                  <a:lnTo>
                    <a:pt x="4248149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3" name="object 143"/>
            <p:cNvSpPr/>
            <p:nvPr/>
          </p:nvSpPr>
          <p:spPr>
            <a:xfrm>
              <a:off x="10191749" y="4652962"/>
              <a:ext cx="4248150" cy="1009650"/>
            </a:xfrm>
            <a:custGeom>
              <a:avLst/>
              <a:gdLst/>
              <a:ahLst/>
              <a:cxnLst/>
              <a:rect l="l" t="t" r="r" b="b"/>
              <a:pathLst>
                <a:path w="4248150" h="1009650">
                  <a:moveTo>
                    <a:pt x="0" y="1009649"/>
                  </a:moveTo>
                  <a:lnTo>
                    <a:pt x="514927" y="1009649"/>
                  </a:lnTo>
                </a:path>
                <a:path w="4248150" h="1009650">
                  <a:moveTo>
                    <a:pt x="1073894" y="1009649"/>
                  </a:moveTo>
                  <a:lnTo>
                    <a:pt x="4248149" y="1009649"/>
                  </a:lnTo>
                </a:path>
                <a:path w="4248150" h="1009650">
                  <a:moveTo>
                    <a:pt x="0" y="0"/>
                  </a:moveTo>
                  <a:lnTo>
                    <a:pt x="514927" y="0"/>
                  </a:lnTo>
                </a:path>
                <a:path w="4248150" h="1009650">
                  <a:moveTo>
                    <a:pt x="1073894" y="0"/>
                  </a:moveTo>
                  <a:lnTo>
                    <a:pt x="4248149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4" name="object 144"/>
          <p:cNvSpPr txBox="1"/>
          <p:nvPr/>
        </p:nvSpPr>
        <p:spPr>
          <a:xfrm>
            <a:off x="9902675" y="6568926"/>
            <a:ext cx="2070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5" name="object 145"/>
          <p:cNvSpPr txBox="1"/>
          <p:nvPr/>
        </p:nvSpPr>
        <p:spPr>
          <a:xfrm>
            <a:off x="9830791" y="5559275"/>
            <a:ext cx="2787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10%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6" name="object 146"/>
          <p:cNvSpPr txBox="1"/>
          <p:nvPr/>
        </p:nvSpPr>
        <p:spPr>
          <a:xfrm>
            <a:off x="9830791" y="4549625"/>
            <a:ext cx="2787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20%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7" name="object 147"/>
          <p:cNvSpPr txBox="1"/>
          <p:nvPr/>
        </p:nvSpPr>
        <p:spPr>
          <a:xfrm>
            <a:off x="10848970" y="6692900"/>
            <a:ext cx="35941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credit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8" name="object 148"/>
          <p:cNvSpPr txBox="1"/>
          <p:nvPr/>
        </p:nvSpPr>
        <p:spPr>
          <a:xfrm>
            <a:off x="12151021" y="6692900"/>
            <a:ext cx="3295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debit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9" name="object 149"/>
          <p:cNvSpPr txBox="1"/>
          <p:nvPr/>
        </p:nvSpPr>
        <p:spPr>
          <a:xfrm>
            <a:off x="13391013" y="6692900"/>
            <a:ext cx="42481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(Blank)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50" name="object 150"/>
          <p:cNvSpPr txBox="1"/>
          <p:nvPr/>
        </p:nvSpPr>
        <p:spPr>
          <a:xfrm>
            <a:off x="13281313" y="6463392"/>
            <a:ext cx="559435" cy="204470"/>
          </a:xfrm>
          <a:prstGeom prst="rect">
            <a:avLst/>
          </a:prstGeom>
          <a:solidFill>
            <a:srgbClr val="4DA6FF"/>
          </a:solidFill>
        </p:spPr>
        <p:txBody>
          <a:bodyPr wrap="square" lIns="0" tIns="23495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185"/>
              </a:spcBef>
            </a:pPr>
            <a:r>
              <a:rPr dirty="0" sz="950" spc="-10">
                <a:solidFill>
                  <a:srgbClr val="1F1F1F"/>
                </a:solidFill>
                <a:latin typeface="Segoe UI"/>
                <a:cs typeface="Segoe UI"/>
              </a:rPr>
              <a:t>2.02%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1" name="object 151"/>
          <p:cNvSpPr txBox="1"/>
          <p:nvPr/>
        </p:nvSpPr>
        <p:spPr>
          <a:xfrm>
            <a:off x="10706676" y="6373248"/>
            <a:ext cx="559435" cy="294640"/>
          </a:xfrm>
          <a:prstGeom prst="rect">
            <a:avLst/>
          </a:prstGeom>
          <a:solidFill>
            <a:srgbClr val="45D5F5"/>
          </a:solidFill>
        </p:spPr>
        <p:txBody>
          <a:bodyPr wrap="square" lIns="0" tIns="68580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540"/>
              </a:spcBef>
            </a:pPr>
            <a:r>
              <a:rPr dirty="0" sz="950" spc="-10">
                <a:solidFill>
                  <a:srgbClr val="1F1F1F"/>
                </a:solidFill>
                <a:latin typeface="Segoe UI"/>
                <a:cs typeface="Segoe UI"/>
              </a:rPr>
              <a:t>2.91%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2" name="object 152"/>
          <p:cNvSpPr txBox="1"/>
          <p:nvPr/>
        </p:nvSpPr>
        <p:spPr>
          <a:xfrm>
            <a:off x="11993995" y="6293555"/>
            <a:ext cx="559435" cy="374015"/>
          </a:xfrm>
          <a:prstGeom prst="rect">
            <a:avLst/>
          </a:prstGeom>
          <a:solidFill>
            <a:srgbClr val="45D5F5"/>
          </a:solidFill>
        </p:spPr>
        <p:txBody>
          <a:bodyPr wrap="square" lIns="0" tIns="108585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855"/>
              </a:spcBef>
            </a:pPr>
            <a:r>
              <a:rPr dirty="0" sz="950" spc="-10">
                <a:solidFill>
                  <a:srgbClr val="1F1F1F"/>
                </a:solidFill>
                <a:latin typeface="Segoe UI"/>
                <a:cs typeface="Segoe UI"/>
              </a:rPr>
              <a:t>3.70%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3" name="object 153"/>
          <p:cNvSpPr txBox="1"/>
          <p:nvPr/>
        </p:nvSpPr>
        <p:spPr>
          <a:xfrm>
            <a:off x="10706676" y="5420907"/>
            <a:ext cx="559435" cy="952500"/>
          </a:xfrm>
          <a:prstGeom prst="rect">
            <a:avLst/>
          </a:prstGeom>
          <a:solidFill>
            <a:srgbClr val="7E8BF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95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</a:pPr>
            <a:r>
              <a:rPr dirty="0" sz="950" spc="-10">
                <a:solidFill>
                  <a:srgbClr val="1F1F1F"/>
                </a:solidFill>
                <a:latin typeface="Segoe UI"/>
                <a:cs typeface="Segoe UI"/>
              </a:rPr>
              <a:t>9.43%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4" name="object 154"/>
          <p:cNvSpPr txBox="1"/>
          <p:nvPr/>
        </p:nvSpPr>
        <p:spPr>
          <a:xfrm>
            <a:off x="10706676" y="4887547"/>
            <a:ext cx="559435" cy="533400"/>
          </a:xfrm>
          <a:prstGeom prst="rect">
            <a:avLst/>
          </a:prstGeom>
          <a:solidFill>
            <a:srgbClr val="C77DFF"/>
          </a:solidFill>
        </p:spPr>
        <p:txBody>
          <a:bodyPr wrap="square" lIns="0" tIns="400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15"/>
              </a:spcBef>
            </a:pPr>
            <a:endParaRPr sz="95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</a:pPr>
            <a:r>
              <a:rPr dirty="0" sz="950" spc="-10">
                <a:solidFill>
                  <a:srgbClr val="1F1F1F"/>
                </a:solidFill>
                <a:latin typeface="Segoe UI"/>
                <a:cs typeface="Segoe UI"/>
              </a:rPr>
              <a:t>5.28%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11993995" y="6049229"/>
            <a:ext cx="559435" cy="244475"/>
          </a:xfrm>
          <a:prstGeom prst="rect">
            <a:avLst/>
          </a:prstGeom>
          <a:solidFill>
            <a:srgbClr val="C77DFF"/>
          </a:solidFill>
        </p:spPr>
        <p:txBody>
          <a:bodyPr wrap="square" lIns="0" tIns="34290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270"/>
              </a:spcBef>
            </a:pPr>
            <a:r>
              <a:rPr dirty="0" sz="950" spc="-10">
                <a:solidFill>
                  <a:srgbClr val="1F1F1F"/>
                </a:solidFill>
                <a:latin typeface="Segoe UI"/>
                <a:cs typeface="Segoe UI"/>
              </a:rPr>
              <a:t>2.42%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0706676" y="4146525"/>
            <a:ext cx="559435" cy="741045"/>
          </a:xfrm>
          <a:prstGeom prst="rect">
            <a:avLst/>
          </a:prstGeom>
          <a:solidFill>
            <a:srgbClr val="F472D0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950">
              <a:latin typeface="Times New Roman"/>
              <a:cs typeface="Times New Roman"/>
            </a:endParaRPr>
          </a:p>
          <a:p>
            <a:pPr marL="119380">
              <a:lnSpc>
                <a:spcPct val="100000"/>
              </a:lnSpc>
            </a:pPr>
            <a:r>
              <a:rPr dirty="0" sz="950" spc="-10">
                <a:solidFill>
                  <a:srgbClr val="1F1F1F"/>
                </a:solidFill>
                <a:latin typeface="Segoe UI"/>
                <a:cs typeface="Segoe UI"/>
              </a:rPr>
              <a:t>7.34%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11993995" y="5787227"/>
            <a:ext cx="559435" cy="262255"/>
          </a:xfrm>
          <a:prstGeom prst="rect">
            <a:avLst/>
          </a:prstGeom>
          <a:solidFill>
            <a:srgbClr val="F472D0"/>
          </a:solidFill>
        </p:spPr>
        <p:txBody>
          <a:bodyPr wrap="square" lIns="0" tIns="43180" rIns="0" bIns="0" rtlCol="0" vert="horz">
            <a:spAutoFit/>
          </a:bodyPr>
          <a:lstStyle/>
          <a:p>
            <a:pPr marL="119380">
              <a:lnSpc>
                <a:spcPct val="100000"/>
              </a:lnSpc>
              <a:spcBef>
                <a:spcPts val="340"/>
              </a:spcBef>
            </a:pPr>
            <a:r>
              <a:rPr dirty="0" sz="950" spc="-10">
                <a:solidFill>
                  <a:srgbClr val="1F1F1F"/>
                </a:solidFill>
                <a:latin typeface="Segoe UI"/>
                <a:cs typeface="Segoe UI"/>
              </a:rPr>
              <a:t>2.59%</a:t>
            </a:r>
            <a:endParaRPr sz="950">
              <a:latin typeface="Segoe UI"/>
              <a:cs typeface="Segoe UI"/>
            </a:endParaRPr>
          </a:p>
        </p:txBody>
      </p:sp>
      <p:grpSp>
        <p:nvGrpSpPr>
          <p:cNvPr id="158" name="object 158"/>
          <p:cNvGrpSpPr/>
          <p:nvPr/>
        </p:nvGrpSpPr>
        <p:grpSpPr>
          <a:xfrm>
            <a:off x="380999" y="1219199"/>
            <a:ext cx="1743075" cy="552450"/>
            <a:chOff x="380999" y="1219199"/>
            <a:chExt cx="1743075" cy="552450"/>
          </a:xfrm>
        </p:grpSpPr>
        <p:sp>
          <p:nvSpPr>
            <p:cNvPr id="159" name="object 159"/>
            <p:cNvSpPr/>
            <p:nvPr/>
          </p:nvSpPr>
          <p:spPr>
            <a:xfrm>
              <a:off x="380999" y="1219199"/>
              <a:ext cx="1743075" cy="552450"/>
            </a:xfrm>
            <a:custGeom>
              <a:avLst/>
              <a:gdLst/>
              <a:ahLst/>
              <a:cxnLst/>
              <a:rect l="l" t="t" r="r" b="b"/>
              <a:pathLst>
                <a:path w="1743075" h="552450">
                  <a:moveTo>
                    <a:pt x="1743074" y="552449"/>
                  </a:moveTo>
                  <a:lnTo>
                    <a:pt x="0" y="552449"/>
                  </a:lnTo>
                  <a:lnTo>
                    <a:pt x="0" y="0"/>
                  </a:lnTo>
                  <a:lnTo>
                    <a:pt x="1743074" y="0"/>
                  </a:lnTo>
                  <a:lnTo>
                    <a:pt x="1743074" y="5524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2047874" y="1219199"/>
              <a:ext cx="76200" cy="466725"/>
            </a:xfrm>
            <a:custGeom>
              <a:avLst/>
              <a:gdLst/>
              <a:ahLst/>
              <a:cxnLst/>
              <a:rect l="l" t="t" r="r" b="b"/>
              <a:pathLst>
                <a:path w="76200" h="466725">
                  <a:moveTo>
                    <a:pt x="76199" y="466724"/>
                  </a:moveTo>
                  <a:lnTo>
                    <a:pt x="0" y="466724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466724"/>
                  </a:lnTo>
                  <a:close/>
                </a:path>
              </a:pathLst>
            </a:custGeom>
            <a:solidFill>
              <a:srgbClr val="C7C7C7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1" name="object 161"/>
          <p:cNvSpPr txBox="1"/>
          <p:nvPr/>
        </p:nvSpPr>
        <p:spPr>
          <a:xfrm>
            <a:off x="380999" y="1231931"/>
            <a:ext cx="1666875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2800" spc="-10">
                <a:solidFill>
                  <a:srgbClr val="FFFFFF"/>
                </a:solidFill>
                <a:latin typeface="Segoe UI"/>
                <a:cs typeface="Segoe UI"/>
              </a:rPr>
              <a:t>Overview</a:t>
            </a:r>
            <a:endParaRPr sz="2800">
              <a:latin typeface="Segoe UI"/>
              <a:cs typeface="Segoe UI"/>
            </a:endParaRPr>
          </a:p>
        </p:txBody>
      </p:sp>
      <p:grpSp>
        <p:nvGrpSpPr>
          <p:cNvPr id="162" name="object 162"/>
          <p:cNvGrpSpPr/>
          <p:nvPr/>
        </p:nvGrpSpPr>
        <p:grpSpPr>
          <a:xfrm>
            <a:off x="219074" y="476249"/>
            <a:ext cx="6029325" cy="581025"/>
            <a:chOff x="219074" y="476249"/>
            <a:chExt cx="6029325" cy="581025"/>
          </a:xfrm>
        </p:grpSpPr>
        <p:sp>
          <p:nvSpPr>
            <p:cNvPr id="163" name="object 163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6010274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6010274" y="0"/>
                  </a:lnTo>
                  <a:lnTo>
                    <a:pt x="6010274" y="56197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4" name="object 164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5729286" y="561975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5729287" y="0"/>
                  </a:lnTo>
                  <a:lnTo>
                    <a:pt x="6010274" y="280987"/>
                  </a:lnTo>
                  <a:lnTo>
                    <a:pt x="5729286" y="561975"/>
                  </a:lnTo>
                  <a:close/>
                </a:path>
              </a:pathLst>
            </a:custGeom>
            <a:solidFill>
              <a:srgbClr val="265D9A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5" name="object 165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0" y="0"/>
                  </a:moveTo>
                  <a:lnTo>
                    <a:pt x="5729286" y="0"/>
                  </a:lnTo>
                  <a:lnTo>
                    <a:pt x="6010274" y="280987"/>
                  </a:lnTo>
                  <a:lnTo>
                    <a:pt x="5729286" y="561974"/>
                  </a:lnTo>
                  <a:lnTo>
                    <a:pt x="0" y="561974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3A7D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6" name="object 166" descr="$PPTXTitle"/>
          <p:cNvSpPr txBox="1">
            <a:spLocks noGrp="1"/>
          </p:cNvSpPr>
          <p:nvPr>
            <p:ph type="title"/>
          </p:nvPr>
        </p:nvSpPr>
        <p:spPr>
          <a:xfrm>
            <a:off x="440928" y="73025"/>
            <a:ext cx="532892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Fraud</a:t>
            </a:r>
            <a:r>
              <a:rPr dirty="0" spc="40"/>
              <a:t> </a:t>
            </a:r>
            <a:r>
              <a:rPr dirty="0" spc="-490"/>
              <a:t>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A1A1A">
              <a:alpha val="85998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292849" y="1397000"/>
            <a:ext cx="1767839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8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E6E6E6"/>
                </a:solidFill>
                <a:latin typeface="Tahoma"/>
                <a:cs typeface="Tahoma"/>
              </a:rPr>
              <a:t>Missing</a:t>
            </a:r>
            <a:r>
              <a:rPr dirty="0" sz="1500" spc="-8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85">
                <a:solidFill>
                  <a:srgbClr val="E6E6E6"/>
                </a:solidFill>
                <a:latin typeface="Tahoma"/>
                <a:cs typeface="Tahoma"/>
              </a:rPr>
              <a:t>Identity </a:t>
            </a:r>
            <a:r>
              <a:rPr dirty="0" sz="1500" spc="-110">
                <a:solidFill>
                  <a:srgbClr val="E6E6E6"/>
                </a:solidFill>
                <a:latin typeface="Tahoma"/>
                <a:cs typeface="Tahoma"/>
              </a:rPr>
              <a:t>Info.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296025" y="1781174"/>
            <a:ext cx="3981450" cy="1381125"/>
            <a:chOff x="6296025" y="1781174"/>
            <a:chExt cx="3981450" cy="1381125"/>
          </a:xfrm>
        </p:grpSpPr>
        <p:sp>
          <p:nvSpPr>
            <p:cNvPr id="6" name="object 6"/>
            <p:cNvSpPr/>
            <p:nvPr/>
          </p:nvSpPr>
          <p:spPr>
            <a:xfrm>
              <a:off x="6305549" y="1790699"/>
              <a:ext cx="3962400" cy="1362075"/>
            </a:xfrm>
            <a:custGeom>
              <a:avLst/>
              <a:gdLst/>
              <a:ahLst/>
              <a:cxnLst/>
              <a:rect l="l" t="t" r="r" b="b"/>
              <a:pathLst>
                <a:path w="3962400" h="1362075">
                  <a:moveTo>
                    <a:pt x="3886199" y="1362075"/>
                  </a:moveTo>
                  <a:lnTo>
                    <a:pt x="76199" y="1362074"/>
                  </a:lnTo>
                  <a:lnTo>
                    <a:pt x="23812" y="1338262"/>
                  </a:lnTo>
                  <a:lnTo>
                    <a:pt x="0" y="128587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886199" y="0"/>
                  </a:lnTo>
                  <a:lnTo>
                    <a:pt x="3914179" y="6548"/>
                  </a:lnTo>
                  <a:lnTo>
                    <a:pt x="3938586" y="23812"/>
                  </a:lnTo>
                  <a:lnTo>
                    <a:pt x="3955851" y="48220"/>
                  </a:lnTo>
                  <a:lnTo>
                    <a:pt x="3962399" y="76199"/>
                  </a:lnTo>
                  <a:lnTo>
                    <a:pt x="3962399" y="1285874"/>
                  </a:lnTo>
                  <a:lnTo>
                    <a:pt x="3955851" y="1313854"/>
                  </a:lnTo>
                  <a:lnTo>
                    <a:pt x="3938587" y="1338262"/>
                  </a:lnTo>
                  <a:lnTo>
                    <a:pt x="3914179" y="1355526"/>
                  </a:lnTo>
                  <a:lnTo>
                    <a:pt x="3886199" y="1362075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6305549" y="1790699"/>
              <a:ext cx="3962400" cy="1362075"/>
            </a:xfrm>
            <a:custGeom>
              <a:avLst/>
              <a:gdLst/>
              <a:ahLst/>
              <a:cxnLst/>
              <a:rect l="l" t="t" r="r" b="b"/>
              <a:pathLst>
                <a:path w="3962400" h="1362075">
                  <a:moveTo>
                    <a:pt x="0" y="76199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886199" y="0"/>
                  </a:lnTo>
                  <a:lnTo>
                    <a:pt x="3938587" y="23812"/>
                  </a:lnTo>
                  <a:lnTo>
                    <a:pt x="3962399" y="76199"/>
                  </a:lnTo>
                  <a:lnTo>
                    <a:pt x="3962399" y="1285874"/>
                  </a:lnTo>
                  <a:lnTo>
                    <a:pt x="3955851" y="1313854"/>
                  </a:lnTo>
                  <a:lnTo>
                    <a:pt x="3938587" y="1338262"/>
                  </a:lnTo>
                  <a:lnTo>
                    <a:pt x="3914179" y="1355526"/>
                  </a:lnTo>
                  <a:lnTo>
                    <a:pt x="3886199" y="1362074"/>
                  </a:lnTo>
                  <a:lnTo>
                    <a:pt x="76199" y="1362074"/>
                  </a:lnTo>
                  <a:lnTo>
                    <a:pt x="48220" y="1355526"/>
                  </a:lnTo>
                  <a:lnTo>
                    <a:pt x="23812" y="1338262"/>
                  </a:lnTo>
                  <a:lnTo>
                    <a:pt x="6548" y="1313854"/>
                  </a:lnTo>
                  <a:lnTo>
                    <a:pt x="0" y="1285874"/>
                  </a:lnTo>
                  <a:lnTo>
                    <a:pt x="0" y="76199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315074" y="1800224"/>
              <a:ext cx="3943350" cy="1338580"/>
            </a:xfrm>
            <a:custGeom>
              <a:avLst/>
              <a:gdLst/>
              <a:ahLst/>
              <a:cxnLst/>
              <a:rect l="l" t="t" r="r" b="b"/>
              <a:pathLst>
                <a:path w="3943350" h="1338580">
                  <a:moveTo>
                    <a:pt x="3876674" y="1338262"/>
                  </a:moveTo>
                  <a:lnTo>
                    <a:pt x="66675" y="1338262"/>
                  </a:lnTo>
                  <a:lnTo>
                    <a:pt x="42192" y="1332532"/>
                  </a:lnTo>
                  <a:lnTo>
                    <a:pt x="20836" y="1317426"/>
                  </a:lnTo>
                  <a:lnTo>
                    <a:pt x="5730" y="1296069"/>
                  </a:lnTo>
                  <a:lnTo>
                    <a:pt x="0" y="1271587"/>
                  </a:lnTo>
                  <a:lnTo>
                    <a:pt x="0" y="61912"/>
                  </a:lnTo>
                  <a:lnTo>
                    <a:pt x="5730" y="37430"/>
                  </a:lnTo>
                  <a:lnTo>
                    <a:pt x="20836" y="16073"/>
                  </a:lnTo>
                  <a:lnTo>
                    <a:pt x="42192" y="967"/>
                  </a:lnTo>
                  <a:lnTo>
                    <a:pt x="46326" y="0"/>
                  </a:lnTo>
                  <a:lnTo>
                    <a:pt x="3897023" y="0"/>
                  </a:lnTo>
                  <a:lnTo>
                    <a:pt x="3901157" y="967"/>
                  </a:lnTo>
                  <a:lnTo>
                    <a:pt x="3922514" y="16073"/>
                  </a:lnTo>
                  <a:lnTo>
                    <a:pt x="3937620" y="37430"/>
                  </a:lnTo>
                  <a:lnTo>
                    <a:pt x="3943349" y="61912"/>
                  </a:lnTo>
                  <a:lnTo>
                    <a:pt x="3943349" y="1271587"/>
                  </a:lnTo>
                  <a:lnTo>
                    <a:pt x="3937620" y="1296069"/>
                  </a:lnTo>
                  <a:lnTo>
                    <a:pt x="3922514" y="1317426"/>
                  </a:lnTo>
                  <a:lnTo>
                    <a:pt x="3901157" y="1332532"/>
                  </a:lnTo>
                  <a:lnTo>
                    <a:pt x="3876674" y="1338262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6454774" y="2244725"/>
            <a:ext cx="12776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79.88%</a:t>
            </a:r>
            <a:endParaRPr sz="3000">
              <a:latin typeface="Segoe UI Semibold"/>
              <a:cs typeface="Segoe UI Semibold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389100" y="1397000"/>
            <a:ext cx="20358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9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0">
                <a:solidFill>
                  <a:srgbClr val="E6E6E6"/>
                </a:solidFill>
                <a:latin typeface="Tahoma"/>
                <a:cs typeface="Tahoma"/>
              </a:rPr>
              <a:t>Missing</a:t>
            </a:r>
            <a:r>
              <a:rPr dirty="0" sz="1500" spc="-9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85">
                <a:solidFill>
                  <a:srgbClr val="E6E6E6"/>
                </a:solidFill>
                <a:latin typeface="Tahoma"/>
                <a:cs typeface="Tahoma"/>
              </a:rPr>
              <a:t>Identity</a:t>
            </a:r>
            <a:r>
              <a:rPr dirty="0" sz="1500" spc="-9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180">
                <a:solidFill>
                  <a:srgbClr val="E6E6E6"/>
                </a:solidFill>
                <a:latin typeface="Tahoma"/>
                <a:cs typeface="Tahoma"/>
              </a:rPr>
              <a:t>-</a:t>
            </a:r>
            <a:r>
              <a:rPr dirty="0" sz="1500" spc="-9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4392273" y="1781174"/>
            <a:ext cx="3981450" cy="1381125"/>
            <a:chOff x="14392273" y="1781174"/>
            <a:chExt cx="3981450" cy="1381125"/>
          </a:xfrm>
        </p:grpSpPr>
        <p:sp>
          <p:nvSpPr>
            <p:cNvPr id="12" name="object 12"/>
            <p:cNvSpPr/>
            <p:nvPr/>
          </p:nvSpPr>
          <p:spPr>
            <a:xfrm>
              <a:off x="14401798" y="1790699"/>
              <a:ext cx="3962400" cy="1362075"/>
            </a:xfrm>
            <a:custGeom>
              <a:avLst/>
              <a:gdLst/>
              <a:ahLst/>
              <a:cxnLst/>
              <a:rect l="l" t="t" r="r" b="b"/>
              <a:pathLst>
                <a:path w="3962400" h="1362075">
                  <a:moveTo>
                    <a:pt x="3886199" y="1362075"/>
                  </a:moveTo>
                  <a:lnTo>
                    <a:pt x="76199" y="1362074"/>
                  </a:lnTo>
                  <a:lnTo>
                    <a:pt x="23812" y="1338262"/>
                  </a:lnTo>
                  <a:lnTo>
                    <a:pt x="0" y="128587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886199" y="0"/>
                  </a:lnTo>
                  <a:lnTo>
                    <a:pt x="3914178" y="6548"/>
                  </a:lnTo>
                  <a:lnTo>
                    <a:pt x="3938586" y="23812"/>
                  </a:lnTo>
                  <a:lnTo>
                    <a:pt x="3955851" y="48220"/>
                  </a:lnTo>
                  <a:lnTo>
                    <a:pt x="3962399" y="76199"/>
                  </a:lnTo>
                  <a:lnTo>
                    <a:pt x="3962399" y="1285874"/>
                  </a:lnTo>
                  <a:lnTo>
                    <a:pt x="3955851" y="1313854"/>
                  </a:lnTo>
                  <a:lnTo>
                    <a:pt x="3938587" y="1338262"/>
                  </a:lnTo>
                  <a:lnTo>
                    <a:pt x="3914179" y="1355526"/>
                  </a:lnTo>
                  <a:lnTo>
                    <a:pt x="3886199" y="1362075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4401798" y="1790699"/>
              <a:ext cx="3962400" cy="1362075"/>
            </a:xfrm>
            <a:custGeom>
              <a:avLst/>
              <a:gdLst/>
              <a:ahLst/>
              <a:cxnLst/>
              <a:rect l="l" t="t" r="r" b="b"/>
              <a:pathLst>
                <a:path w="3962400" h="136207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886199" y="0"/>
                  </a:lnTo>
                  <a:lnTo>
                    <a:pt x="3914179" y="6548"/>
                  </a:lnTo>
                  <a:lnTo>
                    <a:pt x="3938587" y="23812"/>
                  </a:lnTo>
                  <a:lnTo>
                    <a:pt x="3955851" y="48220"/>
                  </a:lnTo>
                  <a:lnTo>
                    <a:pt x="3962399" y="76199"/>
                  </a:lnTo>
                  <a:lnTo>
                    <a:pt x="3962399" y="1285874"/>
                  </a:lnTo>
                  <a:lnTo>
                    <a:pt x="3955851" y="1313854"/>
                  </a:lnTo>
                  <a:lnTo>
                    <a:pt x="3938586" y="1338262"/>
                  </a:lnTo>
                  <a:lnTo>
                    <a:pt x="3914178" y="1355526"/>
                  </a:lnTo>
                  <a:lnTo>
                    <a:pt x="3886199" y="1362074"/>
                  </a:lnTo>
                  <a:lnTo>
                    <a:pt x="76199" y="1362074"/>
                  </a:lnTo>
                  <a:lnTo>
                    <a:pt x="23812" y="1338262"/>
                  </a:lnTo>
                  <a:lnTo>
                    <a:pt x="0" y="128587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4411323" y="1800224"/>
              <a:ext cx="3943350" cy="1338580"/>
            </a:xfrm>
            <a:custGeom>
              <a:avLst/>
              <a:gdLst/>
              <a:ahLst/>
              <a:cxnLst/>
              <a:rect l="l" t="t" r="r" b="b"/>
              <a:pathLst>
                <a:path w="3943350" h="1338580">
                  <a:moveTo>
                    <a:pt x="3876675" y="1338262"/>
                  </a:moveTo>
                  <a:lnTo>
                    <a:pt x="66675" y="1338262"/>
                  </a:lnTo>
                  <a:lnTo>
                    <a:pt x="42193" y="1332532"/>
                  </a:lnTo>
                  <a:lnTo>
                    <a:pt x="20836" y="1317426"/>
                  </a:lnTo>
                  <a:lnTo>
                    <a:pt x="5730" y="1296069"/>
                  </a:lnTo>
                  <a:lnTo>
                    <a:pt x="0" y="1271587"/>
                  </a:lnTo>
                  <a:lnTo>
                    <a:pt x="0" y="61912"/>
                  </a:lnTo>
                  <a:lnTo>
                    <a:pt x="5730" y="37430"/>
                  </a:lnTo>
                  <a:lnTo>
                    <a:pt x="20836" y="16073"/>
                  </a:lnTo>
                  <a:lnTo>
                    <a:pt x="42193" y="967"/>
                  </a:lnTo>
                  <a:lnTo>
                    <a:pt x="46326" y="0"/>
                  </a:lnTo>
                  <a:lnTo>
                    <a:pt x="3897023" y="0"/>
                  </a:lnTo>
                  <a:lnTo>
                    <a:pt x="3901157" y="967"/>
                  </a:lnTo>
                  <a:lnTo>
                    <a:pt x="3922514" y="16073"/>
                  </a:lnTo>
                  <a:lnTo>
                    <a:pt x="3937620" y="37430"/>
                  </a:lnTo>
                  <a:lnTo>
                    <a:pt x="3943349" y="61912"/>
                  </a:lnTo>
                  <a:lnTo>
                    <a:pt x="3943349" y="1271587"/>
                  </a:lnTo>
                  <a:lnTo>
                    <a:pt x="3937620" y="1296069"/>
                  </a:lnTo>
                  <a:lnTo>
                    <a:pt x="3922514" y="1317426"/>
                  </a:lnTo>
                  <a:lnTo>
                    <a:pt x="3901157" y="1332532"/>
                  </a:lnTo>
                  <a:lnTo>
                    <a:pt x="3876675" y="1338262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14551025" y="2244725"/>
            <a:ext cx="101663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1.96%</a:t>
            </a:r>
            <a:endParaRPr sz="3000">
              <a:latin typeface="Segoe UI Semibold"/>
              <a:cs typeface="Segoe UI Semibold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340974" y="1397000"/>
            <a:ext cx="18199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Avail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85">
                <a:solidFill>
                  <a:srgbClr val="E6E6E6"/>
                </a:solidFill>
                <a:latin typeface="Tahoma"/>
                <a:cs typeface="Tahoma"/>
              </a:rPr>
              <a:t>Identity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180">
                <a:solidFill>
                  <a:srgbClr val="E6E6E6"/>
                </a:solidFill>
                <a:latin typeface="Tahoma"/>
                <a:cs typeface="Tahoma"/>
              </a:rPr>
              <a:t>-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0344150" y="1781174"/>
            <a:ext cx="3981450" cy="1381125"/>
            <a:chOff x="10344150" y="1781174"/>
            <a:chExt cx="3981450" cy="1381125"/>
          </a:xfrm>
        </p:grpSpPr>
        <p:sp>
          <p:nvSpPr>
            <p:cNvPr id="18" name="object 18"/>
            <p:cNvSpPr/>
            <p:nvPr/>
          </p:nvSpPr>
          <p:spPr>
            <a:xfrm>
              <a:off x="10353675" y="1790699"/>
              <a:ext cx="3962400" cy="1362075"/>
            </a:xfrm>
            <a:custGeom>
              <a:avLst/>
              <a:gdLst/>
              <a:ahLst/>
              <a:cxnLst/>
              <a:rect l="l" t="t" r="r" b="b"/>
              <a:pathLst>
                <a:path w="3962400" h="1362075">
                  <a:moveTo>
                    <a:pt x="3886199" y="1362075"/>
                  </a:moveTo>
                  <a:lnTo>
                    <a:pt x="76199" y="1362074"/>
                  </a:lnTo>
                  <a:lnTo>
                    <a:pt x="23812" y="1338262"/>
                  </a:lnTo>
                  <a:lnTo>
                    <a:pt x="0" y="128587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886199" y="0"/>
                  </a:lnTo>
                  <a:lnTo>
                    <a:pt x="3914179" y="6548"/>
                  </a:lnTo>
                  <a:lnTo>
                    <a:pt x="3938586" y="23812"/>
                  </a:lnTo>
                  <a:lnTo>
                    <a:pt x="3955851" y="48220"/>
                  </a:lnTo>
                  <a:lnTo>
                    <a:pt x="3962399" y="76199"/>
                  </a:lnTo>
                  <a:lnTo>
                    <a:pt x="3962399" y="1285874"/>
                  </a:lnTo>
                  <a:lnTo>
                    <a:pt x="3955851" y="1313854"/>
                  </a:lnTo>
                  <a:lnTo>
                    <a:pt x="3938587" y="1338262"/>
                  </a:lnTo>
                  <a:lnTo>
                    <a:pt x="3914179" y="1355526"/>
                  </a:lnTo>
                  <a:lnTo>
                    <a:pt x="3886199" y="1362075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353675" y="1790699"/>
              <a:ext cx="3962400" cy="1362075"/>
            </a:xfrm>
            <a:custGeom>
              <a:avLst/>
              <a:gdLst/>
              <a:ahLst/>
              <a:cxnLst/>
              <a:rect l="l" t="t" r="r" b="b"/>
              <a:pathLst>
                <a:path w="3962400" h="136207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886199" y="0"/>
                  </a:lnTo>
                  <a:lnTo>
                    <a:pt x="3938587" y="23812"/>
                  </a:lnTo>
                  <a:lnTo>
                    <a:pt x="3962399" y="76199"/>
                  </a:lnTo>
                  <a:lnTo>
                    <a:pt x="3962399" y="1285874"/>
                  </a:lnTo>
                  <a:lnTo>
                    <a:pt x="3955851" y="1313854"/>
                  </a:lnTo>
                  <a:lnTo>
                    <a:pt x="3938586" y="1338262"/>
                  </a:lnTo>
                  <a:lnTo>
                    <a:pt x="3914179" y="1355526"/>
                  </a:lnTo>
                  <a:lnTo>
                    <a:pt x="3886199" y="1362074"/>
                  </a:lnTo>
                  <a:lnTo>
                    <a:pt x="76199" y="1362074"/>
                  </a:lnTo>
                  <a:lnTo>
                    <a:pt x="23812" y="1338262"/>
                  </a:lnTo>
                  <a:lnTo>
                    <a:pt x="0" y="128587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10363200" y="1800224"/>
              <a:ext cx="3943350" cy="1338580"/>
            </a:xfrm>
            <a:custGeom>
              <a:avLst/>
              <a:gdLst/>
              <a:ahLst/>
              <a:cxnLst/>
              <a:rect l="l" t="t" r="r" b="b"/>
              <a:pathLst>
                <a:path w="3943350" h="1338580">
                  <a:moveTo>
                    <a:pt x="3876675" y="1338262"/>
                  </a:moveTo>
                  <a:lnTo>
                    <a:pt x="66675" y="1338262"/>
                  </a:lnTo>
                  <a:lnTo>
                    <a:pt x="42192" y="1332532"/>
                  </a:lnTo>
                  <a:lnTo>
                    <a:pt x="20836" y="1317426"/>
                  </a:lnTo>
                  <a:lnTo>
                    <a:pt x="5730" y="1296069"/>
                  </a:lnTo>
                  <a:lnTo>
                    <a:pt x="0" y="1271587"/>
                  </a:lnTo>
                  <a:lnTo>
                    <a:pt x="0" y="61912"/>
                  </a:lnTo>
                  <a:lnTo>
                    <a:pt x="5730" y="37430"/>
                  </a:lnTo>
                  <a:lnTo>
                    <a:pt x="20836" y="16073"/>
                  </a:lnTo>
                  <a:lnTo>
                    <a:pt x="42192" y="967"/>
                  </a:lnTo>
                  <a:lnTo>
                    <a:pt x="46326" y="0"/>
                  </a:lnTo>
                  <a:lnTo>
                    <a:pt x="3897023" y="0"/>
                  </a:lnTo>
                  <a:lnTo>
                    <a:pt x="3901157" y="967"/>
                  </a:lnTo>
                  <a:lnTo>
                    <a:pt x="3922514" y="16073"/>
                  </a:lnTo>
                  <a:lnTo>
                    <a:pt x="3937620" y="37430"/>
                  </a:lnTo>
                  <a:lnTo>
                    <a:pt x="3943349" y="61912"/>
                  </a:lnTo>
                  <a:lnTo>
                    <a:pt x="3943349" y="1271587"/>
                  </a:lnTo>
                  <a:lnTo>
                    <a:pt x="3937620" y="1296069"/>
                  </a:lnTo>
                  <a:lnTo>
                    <a:pt x="3922514" y="1317426"/>
                  </a:lnTo>
                  <a:lnTo>
                    <a:pt x="3901157" y="1332532"/>
                  </a:lnTo>
                  <a:lnTo>
                    <a:pt x="3876675" y="1338262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10502899" y="2244725"/>
            <a:ext cx="12255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10.30%</a:t>
            </a:r>
            <a:endParaRPr sz="3000">
              <a:latin typeface="Segoe UI Semibold"/>
              <a:cs typeface="Segoe UI Semibold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8299" y="1191888"/>
            <a:ext cx="2440305" cy="958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dirty="0" sz="2800">
                <a:solidFill>
                  <a:srgbClr val="FFFFFF"/>
                </a:solidFill>
                <a:latin typeface="Segoe UI"/>
                <a:cs typeface="Segoe UI"/>
              </a:rPr>
              <a:t>Missing</a:t>
            </a:r>
            <a:r>
              <a:rPr dirty="0" sz="2800" spc="-4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2800">
                <a:solidFill>
                  <a:srgbClr val="FFFFFF"/>
                </a:solidFill>
                <a:latin typeface="Segoe UI"/>
                <a:cs typeface="Segoe UI"/>
              </a:rPr>
              <a:t>Data</a:t>
            </a:r>
            <a:r>
              <a:rPr dirty="0" sz="2800" spc="-3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2800" spc="-50">
                <a:solidFill>
                  <a:srgbClr val="FFFFFF"/>
                </a:solidFill>
                <a:latin typeface="Segoe UI"/>
                <a:cs typeface="Segoe UI"/>
              </a:rPr>
              <a:t>&amp; </a:t>
            </a:r>
            <a:r>
              <a:rPr dirty="0" sz="2800">
                <a:solidFill>
                  <a:srgbClr val="FFFFFF"/>
                </a:solidFill>
                <a:latin typeface="Segoe UI"/>
                <a:cs typeface="Segoe UI"/>
              </a:rPr>
              <a:t>Fraud</a:t>
            </a:r>
            <a:r>
              <a:rPr dirty="0" sz="2800" spc="-5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2800" spc="-20">
                <a:solidFill>
                  <a:srgbClr val="FFFFFF"/>
                </a:solidFill>
                <a:latin typeface="Segoe UI"/>
                <a:cs typeface="Segoe UI"/>
              </a:rPr>
              <a:t>Rate</a:t>
            </a:r>
            <a:endParaRPr sz="2800">
              <a:latin typeface="Segoe UI"/>
              <a:cs typeface="Segoe U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53949" y="4981574"/>
            <a:ext cx="5829299" cy="440054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2703174" y="5047455"/>
            <a:ext cx="1571625" cy="501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Actual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E6E6E6"/>
                </a:solidFill>
                <a:latin typeface="Tahoma"/>
                <a:cs typeface="Tahoma"/>
              </a:rPr>
              <a:t>Rate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by Distance </a:t>
            </a:r>
            <a:r>
              <a:rPr dirty="0" sz="1200" spc="-50">
                <a:solidFill>
                  <a:srgbClr val="C7C7C7"/>
                </a:solidFill>
                <a:latin typeface="Segoe UI"/>
                <a:cs typeface="Segoe UI"/>
              </a:rPr>
              <a:t>1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3514635" y="8789864"/>
            <a:ext cx="122999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(Blank)</a:t>
            </a:r>
            <a:r>
              <a:rPr dirty="0" sz="95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4.62%</a:t>
            </a:r>
            <a:r>
              <a:rPr dirty="0" sz="95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(69.84%)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957411" y="6098594"/>
            <a:ext cx="134683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Available</a:t>
            </a: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1.99%</a:t>
            </a:r>
            <a:r>
              <a:rPr dirty="0" sz="95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(30.16%)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593220" y="7157719"/>
            <a:ext cx="553720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4800"/>
              </a:lnSpc>
              <a:spcBef>
                <a:spcPts val="100"/>
              </a:spcBef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(Blank) Available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57949" y="4981574"/>
            <a:ext cx="5829299" cy="440054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6607175" y="5047455"/>
            <a:ext cx="1571625" cy="501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Actual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E6E6E6"/>
                </a:solidFill>
                <a:latin typeface="Tahoma"/>
                <a:cs typeface="Tahoma"/>
              </a:rPr>
              <a:t>Rate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by</a:t>
            </a:r>
            <a:r>
              <a:rPr dirty="0" sz="1200" spc="-25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Address</a:t>
            </a:r>
            <a:r>
              <a:rPr dirty="0" sz="120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1200" spc="-50">
                <a:solidFill>
                  <a:srgbClr val="C7C7C7"/>
                </a:solidFill>
                <a:latin typeface="Segoe UI"/>
                <a:cs typeface="Segoe UI"/>
              </a:rPr>
              <a:t>1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775113" y="8657742"/>
            <a:ext cx="122999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(Blank)</a:t>
            </a: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13.50%</a:t>
            </a:r>
            <a:r>
              <a:rPr dirty="0" sz="95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(85.4%)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945626" y="6088869"/>
            <a:ext cx="128143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Available</a:t>
            </a: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2.31%</a:t>
            </a:r>
            <a:r>
              <a:rPr dirty="0" sz="95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(14.6%)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497219" y="7157719"/>
            <a:ext cx="553720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4800"/>
              </a:lnSpc>
              <a:spcBef>
                <a:spcPts val="100"/>
              </a:spcBef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(Blank) Available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33" name="object 3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0999" y="4981574"/>
            <a:ext cx="5829299" cy="4400549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530225" y="5047455"/>
            <a:ext cx="1571625" cy="501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Actual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E6E6E6"/>
                </a:solidFill>
                <a:latin typeface="Tahoma"/>
                <a:cs typeface="Tahoma"/>
              </a:rPr>
              <a:t>Rate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by R-Email </a:t>
            </a:r>
            <a:r>
              <a:rPr dirty="0" sz="1200" spc="-10">
                <a:solidFill>
                  <a:srgbClr val="C7C7C7"/>
                </a:solidFill>
                <a:latin typeface="Segoe UI"/>
                <a:cs typeface="Segoe UI"/>
              </a:rPr>
              <a:t>Domain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841528" y="8603707"/>
            <a:ext cx="128524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Avilable</a:t>
            </a:r>
            <a:r>
              <a:rPr dirty="0" sz="95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9.35%</a:t>
            </a:r>
            <a:r>
              <a:rPr dirty="0" sz="95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(82.68%)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43928" y="6142904"/>
            <a:ext cx="122999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(Blank)</a:t>
            </a:r>
            <a:r>
              <a:rPr dirty="0" sz="95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>
                <a:solidFill>
                  <a:srgbClr val="C7C7C7"/>
                </a:solidFill>
                <a:latin typeface="Segoe UI"/>
                <a:cs typeface="Segoe UI"/>
              </a:rPr>
              <a:t>1.96%</a:t>
            </a:r>
            <a:r>
              <a:rPr dirty="0" sz="950" spc="-20">
                <a:solidFill>
                  <a:srgbClr val="C7C7C7"/>
                </a:solidFill>
                <a:latin typeface="Segoe UI"/>
                <a:cs typeface="Segoe UI"/>
              </a:rPr>
              <a:t> </a:t>
            </a:r>
            <a:r>
              <a:rPr dirty="0" sz="950" spc="-10">
                <a:solidFill>
                  <a:srgbClr val="C7C7C7"/>
                </a:solidFill>
                <a:latin typeface="Segoe UI"/>
                <a:cs typeface="Segoe UI"/>
              </a:rPr>
              <a:t>(17.32%)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86945" y="7157719"/>
            <a:ext cx="485775" cy="52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4800"/>
              </a:lnSpc>
              <a:spcBef>
                <a:spcPts val="100"/>
              </a:spcBef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Avilable (Blank)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7162800" y="3771900"/>
            <a:ext cx="4467225" cy="1076325"/>
            <a:chOff x="7162800" y="3771900"/>
            <a:chExt cx="4467225" cy="1076325"/>
          </a:xfrm>
        </p:grpSpPr>
        <p:sp>
          <p:nvSpPr>
            <p:cNvPr id="39" name="object 39"/>
            <p:cNvSpPr/>
            <p:nvPr/>
          </p:nvSpPr>
          <p:spPr>
            <a:xfrm>
              <a:off x="7167562" y="3776662"/>
              <a:ext cx="4457700" cy="1066800"/>
            </a:xfrm>
            <a:custGeom>
              <a:avLst/>
              <a:gdLst/>
              <a:ahLst/>
              <a:cxnLst/>
              <a:rect l="l" t="t" r="r" b="b"/>
              <a:pathLst>
                <a:path w="4457700" h="1066800">
                  <a:moveTo>
                    <a:pt x="4390952" y="1066799"/>
                  </a:moveTo>
                  <a:lnTo>
                    <a:pt x="66746" y="1066799"/>
                  </a:lnTo>
                  <a:lnTo>
                    <a:pt x="62101" y="1066342"/>
                  </a:lnTo>
                  <a:lnTo>
                    <a:pt x="24240" y="1049193"/>
                  </a:lnTo>
                  <a:lnTo>
                    <a:pt x="2287" y="1013899"/>
                  </a:lnTo>
                  <a:lnTo>
                    <a:pt x="0" y="1000053"/>
                  </a:lnTo>
                  <a:lnTo>
                    <a:pt x="0" y="9953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390952" y="0"/>
                  </a:lnTo>
                  <a:lnTo>
                    <a:pt x="4429850" y="14645"/>
                  </a:lnTo>
                  <a:lnTo>
                    <a:pt x="4454056" y="48433"/>
                  </a:lnTo>
                  <a:lnTo>
                    <a:pt x="4457699" y="66746"/>
                  </a:lnTo>
                  <a:lnTo>
                    <a:pt x="4457699" y="1000053"/>
                  </a:lnTo>
                  <a:lnTo>
                    <a:pt x="4443053" y="1038951"/>
                  </a:lnTo>
                  <a:lnTo>
                    <a:pt x="4409265" y="1063157"/>
                  </a:lnTo>
                  <a:lnTo>
                    <a:pt x="4395597" y="1066342"/>
                  </a:lnTo>
                  <a:lnTo>
                    <a:pt x="4390952" y="106679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7167562" y="3776662"/>
              <a:ext cx="4457700" cy="1066800"/>
            </a:xfrm>
            <a:custGeom>
              <a:avLst/>
              <a:gdLst/>
              <a:ahLst/>
              <a:cxnLst/>
              <a:rect l="l" t="t" r="r" b="b"/>
              <a:pathLst>
                <a:path w="4457700" h="1066800">
                  <a:moveTo>
                    <a:pt x="0" y="9953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386262" y="0"/>
                  </a:lnTo>
                  <a:lnTo>
                    <a:pt x="4390952" y="0"/>
                  </a:lnTo>
                  <a:lnTo>
                    <a:pt x="4395597" y="457"/>
                  </a:lnTo>
                  <a:lnTo>
                    <a:pt x="4400198" y="1372"/>
                  </a:lnTo>
                  <a:lnTo>
                    <a:pt x="4404799" y="2287"/>
                  </a:lnTo>
                  <a:lnTo>
                    <a:pt x="4409265" y="3642"/>
                  </a:lnTo>
                  <a:lnTo>
                    <a:pt x="4413599" y="5437"/>
                  </a:lnTo>
                  <a:lnTo>
                    <a:pt x="4417933" y="7232"/>
                  </a:lnTo>
                  <a:lnTo>
                    <a:pt x="4422050" y="9433"/>
                  </a:lnTo>
                  <a:lnTo>
                    <a:pt x="4425950" y="12039"/>
                  </a:lnTo>
                  <a:lnTo>
                    <a:pt x="4429850" y="14645"/>
                  </a:lnTo>
                  <a:lnTo>
                    <a:pt x="4454056" y="48433"/>
                  </a:lnTo>
                  <a:lnTo>
                    <a:pt x="4457699" y="71437"/>
                  </a:lnTo>
                  <a:lnTo>
                    <a:pt x="4457699" y="995362"/>
                  </a:lnTo>
                  <a:lnTo>
                    <a:pt x="4445659" y="1035050"/>
                  </a:lnTo>
                  <a:lnTo>
                    <a:pt x="4443053" y="1038951"/>
                  </a:lnTo>
                  <a:lnTo>
                    <a:pt x="4425950" y="1054760"/>
                  </a:lnTo>
                  <a:lnTo>
                    <a:pt x="4422050" y="1057366"/>
                  </a:lnTo>
                  <a:lnTo>
                    <a:pt x="4417933" y="1059567"/>
                  </a:lnTo>
                  <a:lnTo>
                    <a:pt x="4413599" y="1061362"/>
                  </a:lnTo>
                  <a:lnTo>
                    <a:pt x="4409265" y="1063157"/>
                  </a:lnTo>
                  <a:lnTo>
                    <a:pt x="4404799" y="1064512"/>
                  </a:lnTo>
                  <a:lnTo>
                    <a:pt x="4400198" y="1065427"/>
                  </a:lnTo>
                  <a:lnTo>
                    <a:pt x="4395597" y="1066342"/>
                  </a:lnTo>
                  <a:lnTo>
                    <a:pt x="4390952" y="1066799"/>
                  </a:lnTo>
                  <a:lnTo>
                    <a:pt x="4386262" y="1066799"/>
                  </a:lnTo>
                  <a:lnTo>
                    <a:pt x="71437" y="1066799"/>
                  </a:lnTo>
                  <a:lnTo>
                    <a:pt x="66746" y="1066799"/>
                  </a:lnTo>
                  <a:lnTo>
                    <a:pt x="62101" y="1066342"/>
                  </a:lnTo>
                  <a:lnTo>
                    <a:pt x="57500" y="1065427"/>
                  </a:lnTo>
                  <a:lnTo>
                    <a:pt x="52900" y="1064512"/>
                  </a:lnTo>
                  <a:lnTo>
                    <a:pt x="48433" y="1063157"/>
                  </a:lnTo>
                  <a:lnTo>
                    <a:pt x="44099" y="1061362"/>
                  </a:lnTo>
                  <a:lnTo>
                    <a:pt x="39765" y="1059567"/>
                  </a:lnTo>
                  <a:lnTo>
                    <a:pt x="35649" y="1057366"/>
                  </a:lnTo>
                  <a:lnTo>
                    <a:pt x="31748" y="1054760"/>
                  </a:lnTo>
                  <a:lnTo>
                    <a:pt x="27848" y="1052154"/>
                  </a:lnTo>
                  <a:lnTo>
                    <a:pt x="3642" y="1018366"/>
                  </a:lnTo>
                  <a:lnTo>
                    <a:pt x="1372" y="1009299"/>
                  </a:lnTo>
                  <a:lnTo>
                    <a:pt x="457" y="1004698"/>
                  </a:lnTo>
                  <a:lnTo>
                    <a:pt x="0" y="1000053"/>
                  </a:lnTo>
                  <a:lnTo>
                    <a:pt x="0" y="995362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7159625" y="3727481"/>
            <a:ext cx="956944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50">
                <a:solidFill>
                  <a:srgbClr val="E6E6E6"/>
                </a:solidFill>
                <a:latin typeface="Tahoma"/>
                <a:cs typeface="Tahoma"/>
              </a:rPr>
              <a:t>Address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372349" y="4238624"/>
            <a:ext cx="2028825" cy="581025"/>
          </a:xfrm>
          <a:prstGeom prst="rect">
            <a:avLst/>
          </a:prstGeom>
          <a:solidFill>
            <a:srgbClr val="333333"/>
          </a:solidFill>
          <a:ln w="3175">
            <a:solidFill>
              <a:srgbClr val="2F2F2F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50" b="1">
                <a:solidFill>
                  <a:srgbClr val="FFFFFF"/>
                </a:solidFill>
                <a:latin typeface="Segoe UI"/>
                <a:cs typeface="Segoe UI"/>
              </a:rPr>
              <a:t>Address</a:t>
            </a:r>
            <a:r>
              <a:rPr dirty="0" sz="1050" spc="-5" b="1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050" spc="-5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424986" y="4243387"/>
            <a:ext cx="2009775" cy="571500"/>
          </a:xfrm>
          <a:prstGeom prst="rect">
            <a:avLst/>
          </a:prstGeom>
          <a:solidFill>
            <a:srgbClr val="ECF5FF"/>
          </a:solidFill>
          <a:ln w="9524">
            <a:solidFill>
              <a:srgbClr val="2F2F2F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50" b="1">
                <a:solidFill>
                  <a:srgbClr val="1B1B1D"/>
                </a:solidFill>
                <a:latin typeface="Segoe UI"/>
                <a:cs typeface="Segoe UI"/>
              </a:rPr>
              <a:t>Address</a:t>
            </a:r>
            <a:r>
              <a:rPr dirty="0" sz="1050" spc="-5" b="1">
                <a:solidFill>
                  <a:srgbClr val="1B1B1D"/>
                </a:solidFill>
                <a:latin typeface="Segoe UI"/>
                <a:cs typeface="Segoe UI"/>
              </a:rPr>
              <a:t> </a:t>
            </a:r>
            <a:r>
              <a:rPr dirty="0" sz="1050" spc="-50" b="1">
                <a:solidFill>
                  <a:srgbClr val="1B1B1D"/>
                </a:solidFill>
                <a:latin typeface="Segoe UI"/>
                <a:cs typeface="Segoe UI"/>
              </a:rPr>
              <a:t>2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1181099" y="3781425"/>
            <a:ext cx="4467225" cy="1076325"/>
            <a:chOff x="1181099" y="3781425"/>
            <a:chExt cx="4467225" cy="1076325"/>
          </a:xfrm>
        </p:grpSpPr>
        <p:sp>
          <p:nvSpPr>
            <p:cNvPr id="45" name="object 45"/>
            <p:cNvSpPr/>
            <p:nvPr/>
          </p:nvSpPr>
          <p:spPr>
            <a:xfrm>
              <a:off x="1185862" y="3786187"/>
              <a:ext cx="4457700" cy="1066800"/>
            </a:xfrm>
            <a:custGeom>
              <a:avLst/>
              <a:gdLst/>
              <a:ahLst/>
              <a:cxnLst/>
              <a:rect l="l" t="t" r="r" b="b"/>
              <a:pathLst>
                <a:path w="4457700" h="1066800">
                  <a:moveTo>
                    <a:pt x="4390952" y="1066799"/>
                  </a:moveTo>
                  <a:lnTo>
                    <a:pt x="66746" y="1066799"/>
                  </a:lnTo>
                  <a:lnTo>
                    <a:pt x="62101" y="1066342"/>
                  </a:lnTo>
                  <a:lnTo>
                    <a:pt x="24240" y="1049193"/>
                  </a:lnTo>
                  <a:lnTo>
                    <a:pt x="2287" y="1013899"/>
                  </a:lnTo>
                  <a:lnTo>
                    <a:pt x="0" y="1000053"/>
                  </a:lnTo>
                  <a:lnTo>
                    <a:pt x="0" y="9953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390952" y="0"/>
                  </a:lnTo>
                  <a:lnTo>
                    <a:pt x="4429850" y="14645"/>
                  </a:lnTo>
                  <a:lnTo>
                    <a:pt x="4454056" y="48433"/>
                  </a:lnTo>
                  <a:lnTo>
                    <a:pt x="4457699" y="66746"/>
                  </a:lnTo>
                  <a:lnTo>
                    <a:pt x="4457699" y="1000053"/>
                  </a:lnTo>
                  <a:lnTo>
                    <a:pt x="4443053" y="1038951"/>
                  </a:lnTo>
                  <a:lnTo>
                    <a:pt x="4409265" y="1063157"/>
                  </a:lnTo>
                  <a:lnTo>
                    <a:pt x="4395597" y="1066342"/>
                  </a:lnTo>
                  <a:lnTo>
                    <a:pt x="4390952" y="106679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1185862" y="3786187"/>
              <a:ext cx="4457700" cy="1066800"/>
            </a:xfrm>
            <a:custGeom>
              <a:avLst/>
              <a:gdLst/>
              <a:ahLst/>
              <a:cxnLst/>
              <a:rect l="l" t="t" r="r" b="b"/>
              <a:pathLst>
                <a:path w="4457700" h="1066800">
                  <a:moveTo>
                    <a:pt x="0" y="9953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386262" y="0"/>
                  </a:lnTo>
                  <a:lnTo>
                    <a:pt x="4390952" y="0"/>
                  </a:lnTo>
                  <a:lnTo>
                    <a:pt x="4395597" y="457"/>
                  </a:lnTo>
                  <a:lnTo>
                    <a:pt x="4400198" y="1372"/>
                  </a:lnTo>
                  <a:lnTo>
                    <a:pt x="4404799" y="2287"/>
                  </a:lnTo>
                  <a:lnTo>
                    <a:pt x="4409265" y="3642"/>
                  </a:lnTo>
                  <a:lnTo>
                    <a:pt x="4413599" y="5437"/>
                  </a:lnTo>
                  <a:lnTo>
                    <a:pt x="4417933" y="7232"/>
                  </a:lnTo>
                  <a:lnTo>
                    <a:pt x="4422050" y="9433"/>
                  </a:lnTo>
                  <a:lnTo>
                    <a:pt x="4425950" y="12039"/>
                  </a:lnTo>
                  <a:lnTo>
                    <a:pt x="4429850" y="14645"/>
                  </a:lnTo>
                  <a:lnTo>
                    <a:pt x="4454056" y="48433"/>
                  </a:lnTo>
                  <a:lnTo>
                    <a:pt x="4457699" y="71437"/>
                  </a:lnTo>
                  <a:lnTo>
                    <a:pt x="4457699" y="995362"/>
                  </a:lnTo>
                  <a:lnTo>
                    <a:pt x="4445659" y="1035050"/>
                  </a:lnTo>
                  <a:lnTo>
                    <a:pt x="4443053" y="1038951"/>
                  </a:lnTo>
                  <a:lnTo>
                    <a:pt x="4425950" y="1054760"/>
                  </a:lnTo>
                  <a:lnTo>
                    <a:pt x="4422050" y="1057366"/>
                  </a:lnTo>
                  <a:lnTo>
                    <a:pt x="4417933" y="1059567"/>
                  </a:lnTo>
                  <a:lnTo>
                    <a:pt x="4413599" y="1061362"/>
                  </a:lnTo>
                  <a:lnTo>
                    <a:pt x="4409265" y="1063157"/>
                  </a:lnTo>
                  <a:lnTo>
                    <a:pt x="4404799" y="1064512"/>
                  </a:lnTo>
                  <a:lnTo>
                    <a:pt x="4400198" y="1065427"/>
                  </a:lnTo>
                  <a:lnTo>
                    <a:pt x="4395597" y="1066342"/>
                  </a:lnTo>
                  <a:lnTo>
                    <a:pt x="4390952" y="1066799"/>
                  </a:lnTo>
                  <a:lnTo>
                    <a:pt x="4386262" y="1066799"/>
                  </a:lnTo>
                  <a:lnTo>
                    <a:pt x="71437" y="1066799"/>
                  </a:lnTo>
                  <a:lnTo>
                    <a:pt x="66746" y="1066799"/>
                  </a:lnTo>
                  <a:lnTo>
                    <a:pt x="62101" y="1066342"/>
                  </a:lnTo>
                  <a:lnTo>
                    <a:pt x="57500" y="1065427"/>
                  </a:lnTo>
                  <a:lnTo>
                    <a:pt x="52900" y="1064512"/>
                  </a:lnTo>
                  <a:lnTo>
                    <a:pt x="48433" y="1063157"/>
                  </a:lnTo>
                  <a:lnTo>
                    <a:pt x="44099" y="1061362"/>
                  </a:lnTo>
                  <a:lnTo>
                    <a:pt x="39765" y="1059567"/>
                  </a:lnTo>
                  <a:lnTo>
                    <a:pt x="35649" y="1057366"/>
                  </a:lnTo>
                  <a:lnTo>
                    <a:pt x="31748" y="1054760"/>
                  </a:lnTo>
                  <a:lnTo>
                    <a:pt x="27848" y="1052154"/>
                  </a:lnTo>
                  <a:lnTo>
                    <a:pt x="3642" y="1018366"/>
                  </a:lnTo>
                  <a:lnTo>
                    <a:pt x="1372" y="1009299"/>
                  </a:lnTo>
                  <a:lnTo>
                    <a:pt x="457" y="1004698"/>
                  </a:lnTo>
                  <a:lnTo>
                    <a:pt x="0" y="1000053"/>
                  </a:lnTo>
                  <a:lnTo>
                    <a:pt x="0" y="995362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1177924" y="3737006"/>
            <a:ext cx="156781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70">
                <a:solidFill>
                  <a:srgbClr val="E6E6E6"/>
                </a:solidFill>
                <a:latin typeface="Tahoma"/>
                <a:cs typeface="Tahoma"/>
              </a:rPr>
              <a:t>Email</a:t>
            </a:r>
            <a:r>
              <a:rPr dirty="0" sz="2200" spc="-14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2200" spc="-114">
                <a:solidFill>
                  <a:srgbClr val="E6E6E6"/>
                </a:solidFill>
                <a:latin typeface="Tahoma"/>
                <a:cs typeface="Tahoma"/>
              </a:rPr>
              <a:t>Domain</a:t>
            </a:r>
            <a:endParaRPr sz="2200">
              <a:latin typeface="Tahoma"/>
              <a:cs typeface="Tahoma"/>
            </a:endParaRPr>
          </a:p>
        </p:txBody>
      </p:sp>
      <p:graphicFrame>
        <p:nvGraphicFramePr>
          <p:cNvPr id="48" name="object 48"/>
          <p:cNvGraphicFramePr>
            <a:graphicFrameLocks noGrp="1"/>
          </p:cNvGraphicFramePr>
          <p:nvPr/>
        </p:nvGraphicFramePr>
        <p:xfrm>
          <a:off x="1390649" y="4248149"/>
          <a:ext cx="4148454" cy="570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19300"/>
                <a:gridCol w="2042795"/>
              </a:tblGrid>
              <a:tr h="570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04190">
                        <a:lnSpc>
                          <a:spcPct val="100000"/>
                        </a:lnSpc>
                      </a:pPr>
                      <a:r>
                        <a:rPr dirty="0" sz="1050" spc="-10" b="1">
                          <a:solidFill>
                            <a:srgbClr val="1B1B1D"/>
                          </a:solidFill>
                          <a:latin typeface="Segoe UI"/>
                          <a:cs typeface="Segoe UI"/>
                        </a:rPr>
                        <a:t>P-</a:t>
                      </a:r>
                      <a:r>
                        <a:rPr dirty="0" sz="1050" b="1">
                          <a:solidFill>
                            <a:srgbClr val="1B1B1D"/>
                          </a:solidFill>
                          <a:latin typeface="Segoe UI"/>
                          <a:cs typeface="Segoe UI"/>
                        </a:rPr>
                        <a:t>Email</a:t>
                      </a:r>
                      <a:r>
                        <a:rPr dirty="0" sz="1050" spc="-20" b="1">
                          <a:solidFill>
                            <a:srgbClr val="1B1B1D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1B1B1D"/>
                          </a:solidFill>
                          <a:latin typeface="Segoe UI"/>
                          <a:cs typeface="Segoe UI"/>
                        </a:rPr>
                        <a:t>Domain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51435">
                    <a:lnL w="9525">
                      <a:solidFill>
                        <a:srgbClr val="2F2F2F"/>
                      </a:solidFill>
                      <a:prstDash val="solid"/>
                    </a:lnL>
                    <a:lnR w="9525">
                      <a:solidFill>
                        <a:srgbClr val="2F2F2F"/>
                      </a:solidFill>
                      <a:prstDash val="solid"/>
                    </a:lnR>
                    <a:lnT w="9525">
                      <a:solidFill>
                        <a:srgbClr val="2F2F2F"/>
                      </a:solidFill>
                      <a:prstDash val="solid"/>
                    </a:lnT>
                    <a:lnB w="9525">
                      <a:solidFill>
                        <a:srgbClr val="2F2F2F"/>
                      </a:solidFill>
                      <a:prstDash val="solid"/>
                    </a:lnB>
                    <a:solidFill>
                      <a:srgbClr val="ECF5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525145">
                        <a:lnSpc>
                          <a:spcPct val="100000"/>
                        </a:lnSpc>
                      </a:pPr>
                      <a:r>
                        <a:rPr dirty="0" sz="10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R-</a:t>
                      </a:r>
                      <a:r>
                        <a:rPr dirty="0" sz="10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Email</a:t>
                      </a:r>
                      <a:r>
                        <a:rPr dirty="0" sz="1050" spc="-2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 </a:t>
                      </a:r>
                      <a:r>
                        <a:rPr dirty="0" sz="1050" spc="-1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Domain</a:t>
                      </a:r>
                      <a:endParaRPr sz="1050">
                        <a:latin typeface="Segoe UI"/>
                        <a:cs typeface="Segoe UI"/>
                      </a:endParaRPr>
                    </a:p>
                  </a:txBody>
                  <a:tcPr marL="0" marR="0" marB="0" marT="51435">
                    <a:lnL w="9525">
                      <a:solidFill>
                        <a:srgbClr val="2F2F2F"/>
                      </a:solidFill>
                      <a:prstDash val="solid"/>
                    </a:lnL>
                    <a:lnR w="3175">
                      <a:solidFill>
                        <a:srgbClr val="2F2F2F"/>
                      </a:solidFill>
                      <a:prstDash val="solid"/>
                    </a:lnR>
                    <a:lnT w="9525">
                      <a:solidFill>
                        <a:srgbClr val="2F2F2F"/>
                      </a:solidFill>
                      <a:prstDash val="solid"/>
                    </a:lnT>
                    <a:lnB w="9525">
                      <a:solidFill>
                        <a:srgbClr val="2F2F2F"/>
                      </a:solidFill>
                      <a:prstDash val="solid"/>
                    </a:lnB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  <p:grpSp>
        <p:nvGrpSpPr>
          <p:cNvPr id="49" name="object 49"/>
          <p:cNvGrpSpPr/>
          <p:nvPr/>
        </p:nvGrpSpPr>
        <p:grpSpPr>
          <a:xfrm>
            <a:off x="13411200" y="3771900"/>
            <a:ext cx="4467225" cy="1076325"/>
            <a:chOff x="13411200" y="3771900"/>
            <a:chExt cx="4467225" cy="1076325"/>
          </a:xfrm>
        </p:grpSpPr>
        <p:sp>
          <p:nvSpPr>
            <p:cNvPr id="50" name="object 50"/>
            <p:cNvSpPr/>
            <p:nvPr/>
          </p:nvSpPr>
          <p:spPr>
            <a:xfrm>
              <a:off x="13415962" y="3776662"/>
              <a:ext cx="4457700" cy="1066800"/>
            </a:xfrm>
            <a:custGeom>
              <a:avLst/>
              <a:gdLst/>
              <a:ahLst/>
              <a:cxnLst/>
              <a:rect l="l" t="t" r="r" b="b"/>
              <a:pathLst>
                <a:path w="4457700" h="1066800">
                  <a:moveTo>
                    <a:pt x="4390952" y="1066799"/>
                  </a:moveTo>
                  <a:lnTo>
                    <a:pt x="66746" y="1066799"/>
                  </a:lnTo>
                  <a:lnTo>
                    <a:pt x="62101" y="1066342"/>
                  </a:lnTo>
                  <a:lnTo>
                    <a:pt x="24240" y="1049193"/>
                  </a:lnTo>
                  <a:lnTo>
                    <a:pt x="2287" y="1013899"/>
                  </a:lnTo>
                  <a:lnTo>
                    <a:pt x="0" y="1000053"/>
                  </a:lnTo>
                  <a:lnTo>
                    <a:pt x="0" y="9953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4390952" y="0"/>
                  </a:lnTo>
                  <a:lnTo>
                    <a:pt x="4429850" y="14645"/>
                  </a:lnTo>
                  <a:lnTo>
                    <a:pt x="4454056" y="48433"/>
                  </a:lnTo>
                  <a:lnTo>
                    <a:pt x="4457699" y="66746"/>
                  </a:lnTo>
                  <a:lnTo>
                    <a:pt x="4457699" y="1000053"/>
                  </a:lnTo>
                  <a:lnTo>
                    <a:pt x="4443053" y="1038951"/>
                  </a:lnTo>
                  <a:lnTo>
                    <a:pt x="4409265" y="1063157"/>
                  </a:lnTo>
                  <a:lnTo>
                    <a:pt x="4395597" y="1066342"/>
                  </a:lnTo>
                  <a:lnTo>
                    <a:pt x="4390952" y="106679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13415962" y="3776662"/>
              <a:ext cx="4457700" cy="1066800"/>
            </a:xfrm>
            <a:custGeom>
              <a:avLst/>
              <a:gdLst/>
              <a:ahLst/>
              <a:cxnLst/>
              <a:rect l="l" t="t" r="r" b="b"/>
              <a:pathLst>
                <a:path w="4457700" h="1066800">
                  <a:moveTo>
                    <a:pt x="0" y="9953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4386262" y="0"/>
                  </a:lnTo>
                  <a:lnTo>
                    <a:pt x="4390952" y="0"/>
                  </a:lnTo>
                  <a:lnTo>
                    <a:pt x="4395597" y="457"/>
                  </a:lnTo>
                  <a:lnTo>
                    <a:pt x="4400198" y="1372"/>
                  </a:lnTo>
                  <a:lnTo>
                    <a:pt x="4404799" y="2287"/>
                  </a:lnTo>
                  <a:lnTo>
                    <a:pt x="4409265" y="3642"/>
                  </a:lnTo>
                  <a:lnTo>
                    <a:pt x="4413599" y="5437"/>
                  </a:lnTo>
                  <a:lnTo>
                    <a:pt x="4417933" y="7232"/>
                  </a:lnTo>
                  <a:lnTo>
                    <a:pt x="4422050" y="9433"/>
                  </a:lnTo>
                  <a:lnTo>
                    <a:pt x="4425950" y="12039"/>
                  </a:lnTo>
                  <a:lnTo>
                    <a:pt x="4429850" y="14645"/>
                  </a:lnTo>
                  <a:lnTo>
                    <a:pt x="4454056" y="48433"/>
                  </a:lnTo>
                  <a:lnTo>
                    <a:pt x="4457699" y="71437"/>
                  </a:lnTo>
                  <a:lnTo>
                    <a:pt x="4457699" y="995362"/>
                  </a:lnTo>
                  <a:lnTo>
                    <a:pt x="4445659" y="1035050"/>
                  </a:lnTo>
                  <a:lnTo>
                    <a:pt x="4443053" y="1038951"/>
                  </a:lnTo>
                  <a:lnTo>
                    <a:pt x="4425950" y="1054760"/>
                  </a:lnTo>
                  <a:lnTo>
                    <a:pt x="4422050" y="1057366"/>
                  </a:lnTo>
                  <a:lnTo>
                    <a:pt x="4417933" y="1059567"/>
                  </a:lnTo>
                  <a:lnTo>
                    <a:pt x="4413599" y="1061362"/>
                  </a:lnTo>
                  <a:lnTo>
                    <a:pt x="4409265" y="1063157"/>
                  </a:lnTo>
                  <a:lnTo>
                    <a:pt x="4404799" y="1064512"/>
                  </a:lnTo>
                  <a:lnTo>
                    <a:pt x="4400198" y="1065427"/>
                  </a:lnTo>
                  <a:lnTo>
                    <a:pt x="4395597" y="1066342"/>
                  </a:lnTo>
                  <a:lnTo>
                    <a:pt x="4390952" y="1066799"/>
                  </a:lnTo>
                  <a:lnTo>
                    <a:pt x="4386262" y="1066799"/>
                  </a:lnTo>
                  <a:lnTo>
                    <a:pt x="71437" y="1066799"/>
                  </a:lnTo>
                  <a:lnTo>
                    <a:pt x="66746" y="1066799"/>
                  </a:lnTo>
                  <a:lnTo>
                    <a:pt x="62101" y="1066342"/>
                  </a:lnTo>
                  <a:lnTo>
                    <a:pt x="57500" y="1065427"/>
                  </a:lnTo>
                  <a:lnTo>
                    <a:pt x="52900" y="1064512"/>
                  </a:lnTo>
                  <a:lnTo>
                    <a:pt x="48433" y="1063157"/>
                  </a:lnTo>
                  <a:lnTo>
                    <a:pt x="44099" y="1061362"/>
                  </a:lnTo>
                  <a:lnTo>
                    <a:pt x="39765" y="1059567"/>
                  </a:lnTo>
                  <a:lnTo>
                    <a:pt x="35649" y="1057366"/>
                  </a:lnTo>
                  <a:lnTo>
                    <a:pt x="31748" y="1054760"/>
                  </a:lnTo>
                  <a:lnTo>
                    <a:pt x="27848" y="1052154"/>
                  </a:lnTo>
                  <a:lnTo>
                    <a:pt x="3642" y="1018366"/>
                  </a:lnTo>
                  <a:lnTo>
                    <a:pt x="1372" y="1009299"/>
                  </a:lnTo>
                  <a:lnTo>
                    <a:pt x="457" y="1004698"/>
                  </a:lnTo>
                  <a:lnTo>
                    <a:pt x="0" y="1000053"/>
                  </a:lnTo>
                  <a:lnTo>
                    <a:pt x="0" y="995362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13408025" y="3727481"/>
            <a:ext cx="99123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85">
                <a:solidFill>
                  <a:srgbClr val="E6E6E6"/>
                </a:solidFill>
                <a:latin typeface="Tahoma"/>
                <a:cs typeface="Tahoma"/>
              </a:rPr>
              <a:t>Distance</a:t>
            </a:r>
            <a:endParaRPr sz="2200">
              <a:latin typeface="Tahoma"/>
              <a:cs typeface="Tahoma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620748" y="4238624"/>
            <a:ext cx="2028825" cy="581025"/>
          </a:xfrm>
          <a:prstGeom prst="rect">
            <a:avLst/>
          </a:prstGeom>
          <a:solidFill>
            <a:srgbClr val="333333"/>
          </a:solidFill>
          <a:ln w="3175">
            <a:solidFill>
              <a:srgbClr val="2F2F2F"/>
            </a:solidFill>
          </a:ln>
        </p:spPr>
        <p:txBody>
          <a:bodyPr wrap="square" lIns="0" tIns="5588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40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50" b="1">
                <a:solidFill>
                  <a:srgbClr val="FFFFFF"/>
                </a:solidFill>
                <a:latin typeface="Segoe UI"/>
                <a:cs typeface="Segoe UI"/>
              </a:rPr>
              <a:t>Distance </a:t>
            </a:r>
            <a:r>
              <a:rPr dirty="0" sz="1050" spc="-5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673385" y="4243387"/>
            <a:ext cx="2009775" cy="571500"/>
          </a:xfrm>
          <a:prstGeom prst="rect">
            <a:avLst/>
          </a:prstGeom>
          <a:solidFill>
            <a:srgbClr val="ECF5FF"/>
          </a:solidFill>
          <a:ln w="9524">
            <a:solidFill>
              <a:srgbClr val="2F2F2F"/>
            </a:solidFill>
          </a:ln>
        </p:spPr>
        <p:txBody>
          <a:bodyPr wrap="square" lIns="0" tIns="514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405"/>
              </a:spcBef>
            </a:pPr>
            <a:endParaRPr sz="10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050" b="1">
                <a:solidFill>
                  <a:srgbClr val="1B1B1D"/>
                </a:solidFill>
                <a:latin typeface="Segoe UI"/>
                <a:cs typeface="Segoe UI"/>
              </a:rPr>
              <a:t>Distance </a:t>
            </a:r>
            <a:r>
              <a:rPr dirty="0" sz="1050" spc="-50" b="1">
                <a:solidFill>
                  <a:srgbClr val="1B1B1D"/>
                </a:solidFill>
                <a:latin typeface="Segoe UI"/>
                <a:cs typeface="Segoe UI"/>
              </a:rPr>
              <a:t>2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219074" y="476249"/>
            <a:ext cx="6029325" cy="581025"/>
            <a:chOff x="219074" y="476249"/>
            <a:chExt cx="6029325" cy="581025"/>
          </a:xfrm>
        </p:grpSpPr>
        <p:sp>
          <p:nvSpPr>
            <p:cNvPr id="56" name="object 56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6010274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6010274" y="0"/>
                  </a:lnTo>
                  <a:lnTo>
                    <a:pt x="6010274" y="56197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5729286" y="561975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5729287" y="0"/>
                  </a:lnTo>
                  <a:lnTo>
                    <a:pt x="6010274" y="280987"/>
                  </a:lnTo>
                  <a:lnTo>
                    <a:pt x="5729286" y="561975"/>
                  </a:lnTo>
                  <a:close/>
                </a:path>
              </a:pathLst>
            </a:custGeom>
            <a:solidFill>
              <a:srgbClr val="265D9A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0" y="0"/>
                  </a:moveTo>
                  <a:lnTo>
                    <a:pt x="5729286" y="0"/>
                  </a:lnTo>
                  <a:lnTo>
                    <a:pt x="6010274" y="280987"/>
                  </a:lnTo>
                  <a:lnTo>
                    <a:pt x="5729286" y="561974"/>
                  </a:lnTo>
                  <a:lnTo>
                    <a:pt x="0" y="561974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3A7D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 descr="$PPTXTitle"/>
          <p:cNvSpPr txBox="1">
            <a:spLocks noGrp="1"/>
          </p:cNvSpPr>
          <p:nvPr>
            <p:ph type="title"/>
          </p:nvPr>
        </p:nvSpPr>
        <p:spPr>
          <a:xfrm>
            <a:off x="440928" y="73025"/>
            <a:ext cx="5328920" cy="112268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70"/>
              <a:t>Fraud</a:t>
            </a:r>
            <a:r>
              <a:rPr dirty="0" spc="40"/>
              <a:t> </a:t>
            </a:r>
            <a:r>
              <a:rPr dirty="0" spc="-490"/>
              <a:t>Detection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A1A1A">
              <a:alpha val="85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904875" y="3047999"/>
            <a:ext cx="17106900" cy="7219950"/>
            <a:chOff x="904875" y="3047999"/>
            <a:chExt cx="17106900" cy="7219950"/>
          </a:xfrm>
        </p:grpSpPr>
        <p:sp>
          <p:nvSpPr>
            <p:cNvPr id="5" name="object 5"/>
            <p:cNvSpPr/>
            <p:nvPr/>
          </p:nvSpPr>
          <p:spPr>
            <a:xfrm>
              <a:off x="909637" y="3052762"/>
              <a:ext cx="17097375" cy="7210425"/>
            </a:xfrm>
            <a:custGeom>
              <a:avLst/>
              <a:gdLst/>
              <a:ahLst/>
              <a:cxnLst/>
              <a:rect l="l" t="t" r="r" b="b"/>
              <a:pathLst>
                <a:path w="17097375" h="7210425">
                  <a:moveTo>
                    <a:pt x="17030625" y="7210424"/>
                  </a:moveTo>
                  <a:lnTo>
                    <a:pt x="66746" y="7210424"/>
                  </a:lnTo>
                  <a:lnTo>
                    <a:pt x="62101" y="7209966"/>
                  </a:lnTo>
                  <a:lnTo>
                    <a:pt x="24240" y="7192816"/>
                  </a:lnTo>
                  <a:lnTo>
                    <a:pt x="2287" y="7157522"/>
                  </a:lnTo>
                  <a:lnTo>
                    <a:pt x="0" y="7143676"/>
                  </a:lnTo>
                  <a:lnTo>
                    <a:pt x="0" y="7138986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17030625" y="0"/>
                  </a:lnTo>
                  <a:lnTo>
                    <a:pt x="17069522" y="14645"/>
                  </a:lnTo>
                  <a:lnTo>
                    <a:pt x="17093729" y="48433"/>
                  </a:lnTo>
                  <a:lnTo>
                    <a:pt x="17097373" y="66746"/>
                  </a:lnTo>
                  <a:lnTo>
                    <a:pt x="17097373" y="7143676"/>
                  </a:lnTo>
                  <a:lnTo>
                    <a:pt x="17082727" y="7182574"/>
                  </a:lnTo>
                  <a:lnTo>
                    <a:pt x="17048939" y="7206780"/>
                  </a:lnTo>
                  <a:lnTo>
                    <a:pt x="17035270" y="7209966"/>
                  </a:lnTo>
                  <a:lnTo>
                    <a:pt x="17030625" y="7210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909637" y="3052762"/>
              <a:ext cx="17097375" cy="7210425"/>
            </a:xfrm>
            <a:custGeom>
              <a:avLst/>
              <a:gdLst/>
              <a:ahLst/>
              <a:cxnLst/>
              <a:rect l="l" t="t" r="r" b="b"/>
              <a:pathLst>
                <a:path w="17097375" h="7210425">
                  <a:moveTo>
                    <a:pt x="0" y="7138986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17025936" y="0"/>
                  </a:lnTo>
                  <a:lnTo>
                    <a:pt x="17030625" y="0"/>
                  </a:lnTo>
                  <a:lnTo>
                    <a:pt x="17035270" y="457"/>
                  </a:lnTo>
                  <a:lnTo>
                    <a:pt x="17065622" y="12039"/>
                  </a:lnTo>
                  <a:lnTo>
                    <a:pt x="17069522" y="14645"/>
                  </a:lnTo>
                  <a:lnTo>
                    <a:pt x="17093729" y="48433"/>
                  </a:lnTo>
                  <a:lnTo>
                    <a:pt x="17095999" y="57500"/>
                  </a:lnTo>
                  <a:lnTo>
                    <a:pt x="17096915" y="62101"/>
                  </a:lnTo>
                  <a:lnTo>
                    <a:pt x="17097373" y="66746"/>
                  </a:lnTo>
                  <a:lnTo>
                    <a:pt x="17097373" y="71437"/>
                  </a:lnTo>
                  <a:lnTo>
                    <a:pt x="17097373" y="7138986"/>
                  </a:lnTo>
                  <a:lnTo>
                    <a:pt x="17097373" y="7143676"/>
                  </a:lnTo>
                  <a:lnTo>
                    <a:pt x="17096915" y="7148322"/>
                  </a:lnTo>
                  <a:lnTo>
                    <a:pt x="17095999" y="7152922"/>
                  </a:lnTo>
                  <a:lnTo>
                    <a:pt x="17095083" y="7157522"/>
                  </a:lnTo>
                  <a:lnTo>
                    <a:pt x="17085332" y="7178674"/>
                  </a:lnTo>
                  <a:lnTo>
                    <a:pt x="17082727" y="7182574"/>
                  </a:lnTo>
                  <a:lnTo>
                    <a:pt x="17079765" y="7186183"/>
                  </a:lnTo>
                  <a:lnTo>
                    <a:pt x="17076449" y="7189500"/>
                  </a:lnTo>
                  <a:lnTo>
                    <a:pt x="17073132" y="7192816"/>
                  </a:lnTo>
                  <a:lnTo>
                    <a:pt x="17039871" y="7209050"/>
                  </a:lnTo>
                  <a:lnTo>
                    <a:pt x="17035270" y="7209966"/>
                  </a:lnTo>
                  <a:lnTo>
                    <a:pt x="17030625" y="7210424"/>
                  </a:lnTo>
                  <a:lnTo>
                    <a:pt x="17025936" y="7210424"/>
                  </a:lnTo>
                  <a:lnTo>
                    <a:pt x="71437" y="7210424"/>
                  </a:lnTo>
                  <a:lnTo>
                    <a:pt x="66746" y="7210424"/>
                  </a:lnTo>
                  <a:lnTo>
                    <a:pt x="62101" y="7209966"/>
                  </a:lnTo>
                  <a:lnTo>
                    <a:pt x="57500" y="7209051"/>
                  </a:lnTo>
                  <a:lnTo>
                    <a:pt x="52900" y="7208135"/>
                  </a:lnTo>
                  <a:lnTo>
                    <a:pt x="20923" y="7189500"/>
                  </a:lnTo>
                  <a:lnTo>
                    <a:pt x="17606" y="7186183"/>
                  </a:lnTo>
                  <a:lnTo>
                    <a:pt x="1372" y="7152922"/>
                  </a:lnTo>
                  <a:lnTo>
                    <a:pt x="457" y="7148322"/>
                  </a:lnTo>
                  <a:lnTo>
                    <a:pt x="0" y="7143676"/>
                  </a:lnTo>
                  <a:lnTo>
                    <a:pt x="0" y="7138986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054100" y="3113881"/>
            <a:ext cx="2475230" cy="501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90">
                <a:solidFill>
                  <a:srgbClr val="E6E6E6"/>
                </a:solidFill>
                <a:latin typeface="Tahoma"/>
                <a:cs typeface="Tahoma"/>
              </a:rPr>
              <a:t>Importance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and </a:t>
            </a: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0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Cumulative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by </a:t>
            </a:r>
            <a:r>
              <a:rPr dirty="0" sz="1200" spc="-10">
                <a:solidFill>
                  <a:srgbClr val="C7C7C7"/>
                </a:solidFill>
                <a:latin typeface="Segoe UI"/>
                <a:cs typeface="Segoe UI"/>
              </a:rPr>
              <a:t>Feature(Column)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309687" y="3867150"/>
            <a:ext cx="16297275" cy="5114925"/>
            <a:chOff x="1309687" y="3867150"/>
            <a:chExt cx="16297275" cy="5114925"/>
          </a:xfrm>
        </p:grpSpPr>
        <p:sp>
          <p:nvSpPr>
            <p:cNvPr id="9" name="object 9"/>
            <p:cNvSpPr/>
            <p:nvPr/>
          </p:nvSpPr>
          <p:spPr>
            <a:xfrm>
              <a:off x="1314449" y="8977312"/>
              <a:ext cx="16287750" cy="0"/>
            </a:xfrm>
            <a:custGeom>
              <a:avLst/>
              <a:gdLst/>
              <a:ahLst/>
              <a:cxnLst/>
              <a:rect l="l" t="t" r="r" b="b"/>
              <a:pathLst>
                <a:path w="16287750" h="0">
                  <a:moveTo>
                    <a:pt x="0" y="0"/>
                  </a:moveTo>
                  <a:lnTo>
                    <a:pt x="16287748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14449" y="4601255"/>
              <a:ext cx="16287750" cy="3646804"/>
            </a:xfrm>
            <a:custGeom>
              <a:avLst/>
              <a:gdLst/>
              <a:ahLst/>
              <a:cxnLst/>
              <a:rect l="l" t="t" r="r" b="b"/>
              <a:pathLst>
                <a:path w="16287750" h="3646804">
                  <a:moveTo>
                    <a:pt x="0" y="3646714"/>
                  </a:moveTo>
                  <a:lnTo>
                    <a:pt x="320940" y="3646714"/>
                  </a:lnTo>
                </a:path>
                <a:path w="16287750" h="3646804">
                  <a:moveTo>
                    <a:pt x="712473" y="3646714"/>
                  </a:moveTo>
                  <a:lnTo>
                    <a:pt x="1123293" y="3646714"/>
                  </a:lnTo>
                </a:path>
                <a:path w="16287750" h="3646804">
                  <a:moveTo>
                    <a:pt x="1514825" y="3646714"/>
                  </a:moveTo>
                  <a:lnTo>
                    <a:pt x="1925645" y="3646714"/>
                  </a:lnTo>
                </a:path>
                <a:path w="16287750" h="3646804">
                  <a:moveTo>
                    <a:pt x="2317177" y="3646714"/>
                  </a:moveTo>
                  <a:lnTo>
                    <a:pt x="2727997" y="3646714"/>
                  </a:lnTo>
                </a:path>
                <a:path w="16287750" h="3646804">
                  <a:moveTo>
                    <a:pt x="3119529" y="3646714"/>
                  </a:moveTo>
                  <a:lnTo>
                    <a:pt x="3530349" y="3646714"/>
                  </a:lnTo>
                </a:path>
                <a:path w="16287750" h="3646804">
                  <a:moveTo>
                    <a:pt x="3921881" y="3646714"/>
                  </a:moveTo>
                  <a:lnTo>
                    <a:pt x="4332701" y="3646714"/>
                  </a:lnTo>
                </a:path>
                <a:path w="16287750" h="3646804">
                  <a:moveTo>
                    <a:pt x="4724234" y="3646714"/>
                  </a:moveTo>
                  <a:lnTo>
                    <a:pt x="5135053" y="3646714"/>
                  </a:lnTo>
                </a:path>
                <a:path w="16287750" h="3646804">
                  <a:moveTo>
                    <a:pt x="5526586" y="3646714"/>
                  </a:moveTo>
                  <a:lnTo>
                    <a:pt x="5937405" y="3646714"/>
                  </a:lnTo>
                </a:path>
                <a:path w="16287750" h="3646804">
                  <a:moveTo>
                    <a:pt x="6328938" y="3646714"/>
                  </a:moveTo>
                  <a:lnTo>
                    <a:pt x="6739757" y="3646714"/>
                  </a:lnTo>
                </a:path>
                <a:path w="16287750" h="3646804">
                  <a:moveTo>
                    <a:pt x="7131290" y="3646714"/>
                  </a:moveTo>
                  <a:lnTo>
                    <a:pt x="7542109" y="3646714"/>
                  </a:lnTo>
                </a:path>
                <a:path w="16287750" h="3646804">
                  <a:moveTo>
                    <a:pt x="7933642" y="3646714"/>
                  </a:moveTo>
                  <a:lnTo>
                    <a:pt x="8344462" y="3646714"/>
                  </a:lnTo>
                </a:path>
                <a:path w="16287750" h="3646804">
                  <a:moveTo>
                    <a:pt x="8735995" y="3646714"/>
                  </a:moveTo>
                  <a:lnTo>
                    <a:pt x="16287748" y="3646714"/>
                  </a:lnTo>
                </a:path>
                <a:path w="16287750" h="3646804">
                  <a:moveTo>
                    <a:pt x="0" y="2917371"/>
                  </a:moveTo>
                  <a:lnTo>
                    <a:pt x="320940" y="2917371"/>
                  </a:lnTo>
                </a:path>
                <a:path w="16287750" h="3646804">
                  <a:moveTo>
                    <a:pt x="712473" y="2917371"/>
                  </a:moveTo>
                  <a:lnTo>
                    <a:pt x="1123293" y="2917371"/>
                  </a:lnTo>
                </a:path>
                <a:path w="16287750" h="3646804">
                  <a:moveTo>
                    <a:pt x="1514825" y="2917371"/>
                  </a:moveTo>
                  <a:lnTo>
                    <a:pt x="1925645" y="2917371"/>
                  </a:lnTo>
                </a:path>
                <a:path w="16287750" h="3646804">
                  <a:moveTo>
                    <a:pt x="2317177" y="2917371"/>
                  </a:moveTo>
                  <a:lnTo>
                    <a:pt x="16287748" y="2917371"/>
                  </a:lnTo>
                </a:path>
                <a:path w="16287750" h="3646804">
                  <a:moveTo>
                    <a:pt x="0" y="2188028"/>
                  </a:moveTo>
                  <a:lnTo>
                    <a:pt x="320940" y="2188028"/>
                  </a:lnTo>
                </a:path>
                <a:path w="16287750" h="3646804">
                  <a:moveTo>
                    <a:pt x="712473" y="2188028"/>
                  </a:moveTo>
                  <a:lnTo>
                    <a:pt x="16287748" y="2188028"/>
                  </a:lnTo>
                </a:path>
                <a:path w="16287750" h="3646804">
                  <a:moveTo>
                    <a:pt x="0" y="1458686"/>
                  </a:moveTo>
                  <a:lnTo>
                    <a:pt x="320940" y="1458686"/>
                  </a:lnTo>
                </a:path>
                <a:path w="16287750" h="3646804">
                  <a:moveTo>
                    <a:pt x="712473" y="1458686"/>
                  </a:moveTo>
                  <a:lnTo>
                    <a:pt x="16287748" y="1458686"/>
                  </a:lnTo>
                </a:path>
                <a:path w="16287750" h="3646804">
                  <a:moveTo>
                    <a:pt x="0" y="729342"/>
                  </a:moveTo>
                  <a:lnTo>
                    <a:pt x="320940" y="729342"/>
                  </a:lnTo>
                </a:path>
                <a:path w="16287750" h="3646804">
                  <a:moveTo>
                    <a:pt x="712473" y="729342"/>
                  </a:moveTo>
                  <a:lnTo>
                    <a:pt x="16287748" y="729342"/>
                  </a:lnTo>
                </a:path>
                <a:path w="16287750" h="3646804">
                  <a:moveTo>
                    <a:pt x="0" y="0"/>
                  </a:moveTo>
                  <a:lnTo>
                    <a:pt x="320940" y="0"/>
                  </a:lnTo>
                </a:path>
                <a:path w="16287750" h="3646804">
                  <a:moveTo>
                    <a:pt x="712473" y="0"/>
                  </a:moveTo>
                  <a:lnTo>
                    <a:pt x="16287748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314449" y="3871912"/>
              <a:ext cx="16287750" cy="0"/>
            </a:xfrm>
            <a:custGeom>
              <a:avLst/>
              <a:gdLst/>
              <a:ahLst/>
              <a:cxnLst/>
              <a:rect l="l" t="t" r="r" b="b"/>
              <a:pathLst>
                <a:path w="16287750" h="0">
                  <a:moveTo>
                    <a:pt x="0" y="0"/>
                  </a:moveTo>
                  <a:lnTo>
                    <a:pt x="16287748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7545049" y="897731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 h="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7545049" y="795623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 h="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7545049" y="693515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 h="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7545049" y="591407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 h="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7545049" y="489299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 h="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17545049" y="3871912"/>
              <a:ext cx="57150" cy="0"/>
            </a:xfrm>
            <a:custGeom>
              <a:avLst/>
              <a:gdLst/>
              <a:ahLst/>
              <a:cxnLst/>
              <a:rect l="l" t="t" r="r" b="b"/>
              <a:pathLst>
                <a:path w="57150" h="0">
                  <a:moveTo>
                    <a:pt x="57149" y="0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1134616" y="8873976"/>
            <a:ext cx="977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34616" y="8144633"/>
            <a:ext cx="977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2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34616" y="7415290"/>
            <a:ext cx="977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34616" y="6685947"/>
            <a:ext cx="977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6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134616" y="5956604"/>
            <a:ext cx="977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8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62732" y="5227261"/>
            <a:ext cx="1695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10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62732" y="4497918"/>
            <a:ext cx="1695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12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62732" y="3768576"/>
            <a:ext cx="1695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14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7684750" y="8882720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684750" y="7861641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20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7684750" y="6840560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30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684750" y="5819481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40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7684750" y="4798401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50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7684750" y="3777321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60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 rot="19560000">
            <a:off x="1470597" y="9084819"/>
            <a:ext cx="329787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0">
                <a:solidFill>
                  <a:srgbClr val="C7C7C7"/>
                </a:solidFill>
                <a:latin typeface="Segoe UI"/>
                <a:cs typeface="Segoe UI"/>
              </a:rPr>
              <a:t>V258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3" name="object 33"/>
          <p:cNvSpPr txBox="1"/>
          <p:nvPr/>
        </p:nvSpPr>
        <p:spPr>
          <a:xfrm rot="19560000">
            <a:off x="2393342" y="9042971"/>
            <a:ext cx="206839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C1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4" name="object 34"/>
          <p:cNvSpPr txBox="1"/>
          <p:nvPr/>
        </p:nvSpPr>
        <p:spPr>
          <a:xfrm rot="19560000">
            <a:off x="2789273" y="9178656"/>
            <a:ext cx="638910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DeviceInfo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5" name="object 35"/>
          <p:cNvSpPr txBox="1"/>
          <p:nvPr/>
        </p:nvSpPr>
        <p:spPr>
          <a:xfrm rot="19560000">
            <a:off x="3939266" y="9063846"/>
            <a:ext cx="265748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C14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 rot="19560000">
            <a:off x="4680006" y="9084819"/>
            <a:ext cx="329787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0">
                <a:solidFill>
                  <a:srgbClr val="C7C7C7"/>
                </a:solidFill>
                <a:latin typeface="Segoe UI"/>
                <a:cs typeface="Segoe UI"/>
              </a:rPr>
              <a:t>V294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 rot="19560000">
            <a:off x="5543971" y="9063846"/>
            <a:ext cx="265748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C13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 rot="19560000">
            <a:off x="5748916" y="9259307"/>
            <a:ext cx="912135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R_emaildomain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 rot="19560000">
            <a:off x="7063052" y="9092841"/>
            <a:ext cx="355521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card2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 rot="19560000">
            <a:off x="7865404" y="9092841"/>
            <a:ext cx="355521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card1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1" name="object 41"/>
          <p:cNvSpPr txBox="1"/>
          <p:nvPr/>
        </p:nvSpPr>
        <p:spPr>
          <a:xfrm rot="19560000">
            <a:off x="8145364" y="9262695"/>
            <a:ext cx="924072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TransactionAmt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 rot="19560000">
            <a:off x="9605743" y="9046190"/>
            <a:ext cx="215204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D2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3" name="object 43"/>
          <p:cNvSpPr txBox="1"/>
          <p:nvPr/>
        </p:nvSpPr>
        <p:spPr>
          <a:xfrm rot="19560000">
            <a:off x="9765241" y="9257843"/>
            <a:ext cx="907110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P_emaildomain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 rot="19560000">
            <a:off x="11088902" y="9088146"/>
            <a:ext cx="340272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id_31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 rot="19560000">
            <a:off x="11862378" y="9097779"/>
            <a:ext cx="371470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addr1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 rot="19560000">
            <a:off x="12755859" y="9067065"/>
            <a:ext cx="275139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D15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7" name="object 47"/>
          <p:cNvSpPr txBox="1"/>
          <p:nvPr/>
        </p:nvSpPr>
        <p:spPr>
          <a:xfrm rot="19560000">
            <a:off x="13567493" y="9063845"/>
            <a:ext cx="265748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C11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8" name="object 48"/>
          <p:cNvSpPr txBox="1"/>
          <p:nvPr/>
        </p:nvSpPr>
        <p:spPr>
          <a:xfrm rot="19560000">
            <a:off x="14092896" y="9155692"/>
            <a:ext cx="562145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TranHour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 rot="19560000">
            <a:off x="15086574" y="9092841"/>
            <a:ext cx="355521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card6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 rot="19560000">
            <a:off x="16033330" y="9042970"/>
            <a:ext cx="206839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C8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1" name="object 51"/>
          <p:cNvSpPr txBox="1"/>
          <p:nvPr/>
        </p:nvSpPr>
        <p:spPr>
          <a:xfrm rot="19560000">
            <a:off x="16835683" y="9042970"/>
            <a:ext cx="206839" cy="13335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050"/>
              </a:lnSpc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C7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635390" y="3940232"/>
            <a:ext cx="15636240" cy="5041900"/>
            <a:chOff x="1635390" y="3940232"/>
            <a:chExt cx="15636240" cy="5041900"/>
          </a:xfrm>
        </p:grpSpPr>
        <p:sp>
          <p:nvSpPr>
            <p:cNvPr id="53" name="object 53"/>
            <p:cNvSpPr/>
            <p:nvPr/>
          </p:nvSpPr>
          <p:spPr>
            <a:xfrm>
              <a:off x="1635379" y="4196676"/>
              <a:ext cx="1194435" cy="4776470"/>
            </a:xfrm>
            <a:custGeom>
              <a:avLst/>
              <a:gdLst/>
              <a:ahLst/>
              <a:cxnLst/>
              <a:rect l="l" t="t" r="r" b="b"/>
              <a:pathLst>
                <a:path w="1194435" h="4776470">
                  <a:moveTo>
                    <a:pt x="391541" y="0"/>
                  </a:moveTo>
                  <a:lnTo>
                    <a:pt x="0" y="0"/>
                  </a:lnTo>
                  <a:lnTo>
                    <a:pt x="0" y="4775873"/>
                  </a:lnTo>
                  <a:lnTo>
                    <a:pt x="391541" y="4775873"/>
                  </a:lnTo>
                  <a:lnTo>
                    <a:pt x="391541" y="0"/>
                  </a:lnTo>
                  <a:close/>
                </a:path>
                <a:path w="1194435" h="4776470">
                  <a:moveTo>
                    <a:pt x="1193888" y="2832404"/>
                  </a:moveTo>
                  <a:lnTo>
                    <a:pt x="802360" y="2832404"/>
                  </a:lnTo>
                  <a:lnTo>
                    <a:pt x="802360" y="4775873"/>
                  </a:lnTo>
                  <a:lnTo>
                    <a:pt x="1193888" y="4775873"/>
                  </a:lnTo>
                  <a:lnTo>
                    <a:pt x="1193888" y="2832404"/>
                  </a:lnTo>
                  <a:close/>
                </a:path>
              </a:pathLst>
            </a:custGeom>
            <a:solidFill>
              <a:srgbClr val="4DA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44380" y="3940232"/>
              <a:ext cx="15627232" cy="5041842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708026" y="3955393"/>
            <a:ext cx="24701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0">
                <a:solidFill>
                  <a:srgbClr val="C7C7C7"/>
                </a:solidFill>
                <a:latin typeface="Segoe UI"/>
                <a:cs typeface="Segoe UI"/>
              </a:rPr>
              <a:t>13.1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542823" y="6787798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5.3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4147527" y="7442874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3.5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949879" y="7468467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3.5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752231" y="7553163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3.2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554584" y="7616737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3.1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356936" y="7730051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2.7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8159288" y="7856786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2.4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961640" y="7904905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2.3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9763993" y="7905487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2.3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0566344" y="8020822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1.9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1368698" y="8073609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1.8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171050" y="8074362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1.8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2973401" y="8202224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1.5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3775754" y="8226624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1.4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4578107" y="8310389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1.2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5380458" y="8351960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1.0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6182810" y="8365135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1.0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6985163" y="8368420"/>
            <a:ext cx="181610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1.0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758389" y="8763246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7003081" y="4133966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58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781910" y="5022817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46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5770150" y="6322688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33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3793672" y="4166375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54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165446" y="7006145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26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8177207" y="5485420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41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2188968" y="4455810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51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5398377" y="3942319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56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345175" y="7101229"/>
            <a:ext cx="181610" cy="436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4.5</a:t>
            </a:r>
            <a:endParaRPr sz="950">
              <a:latin typeface="Segoe UI"/>
              <a:cs typeface="Segoe UI"/>
            </a:endParaRPr>
          </a:p>
          <a:p>
            <a:pPr marL="30480">
              <a:lnSpc>
                <a:spcPct val="100000"/>
              </a:lnSpc>
              <a:spcBef>
                <a:spcPts val="95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23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7374855" y="5730276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39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1386616" y="4639745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50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4967797" y="6652559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30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8979559" y="5254038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44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2991320" y="4307676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53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14596025" y="4048528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55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6200728" y="4235565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57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2560741" y="7823309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18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6572502" y="6010619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36</a:t>
            </a:r>
            <a:endParaRPr sz="950">
              <a:latin typeface="Segoe UI"/>
              <a:cs typeface="Segoe UI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0584264" y="4823890"/>
            <a:ext cx="155575" cy="17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25">
                <a:solidFill>
                  <a:srgbClr val="C7C7C7"/>
                </a:solidFill>
                <a:latin typeface="Segoe UI"/>
                <a:cs typeface="Segoe UI"/>
              </a:rPr>
              <a:t>48</a:t>
            </a:r>
            <a:endParaRPr sz="950">
              <a:latin typeface="Segoe UI"/>
              <a:cs typeface="Segoe UI"/>
            </a:endParaRPr>
          </a:p>
        </p:txBody>
      </p:sp>
      <p:pic>
        <p:nvPicPr>
          <p:cNvPr id="94" name="object 9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8230" y="9921239"/>
            <a:ext cx="95249" cy="95249"/>
          </a:xfrm>
          <a:prstGeom prst="rect">
            <a:avLst/>
          </a:prstGeom>
        </p:spPr>
      </p:pic>
      <p:sp>
        <p:nvSpPr>
          <p:cNvPr id="95" name="object 95"/>
          <p:cNvSpPr txBox="1"/>
          <p:nvPr/>
        </p:nvSpPr>
        <p:spPr>
          <a:xfrm>
            <a:off x="1181645" y="9874249"/>
            <a:ext cx="84455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%</a:t>
            </a: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 Importance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96" name="object 9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078354" y="9921239"/>
            <a:ext cx="95249" cy="95249"/>
          </a:xfrm>
          <a:prstGeom prst="rect">
            <a:avLst/>
          </a:prstGeom>
        </p:spPr>
      </p:pic>
      <p:sp>
        <p:nvSpPr>
          <p:cNvPr id="97" name="object 97"/>
          <p:cNvSpPr txBox="1"/>
          <p:nvPr/>
        </p:nvSpPr>
        <p:spPr>
          <a:xfrm>
            <a:off x="2177454" y="9874249"/>
            <a:ext cx="83121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C7C7C7"/>
                </a:solidFill>
                <a:latin typeface="Segoe UI"/>
                <a:cs typeface="Segoe UI"/>
              </a:rPr>
              <a:t>%</a:t>
            </a: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 Cumulative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14208125" y="987425"/>
            <a:ext cx="203581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11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150">
                <a:solidFill>
                  <a:srgbClr val="E6E6E6"/>
                </a:solidFill>
                <a:latin typeface="Tahoma"/>
                <a:cs typeface="Tahoma"/>
              </a:rPr>
              <a:t>Top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20</a:t>
            </a:r>
            <a:r>
              <a:rPr dirty="0" sz="1500" spc="-11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130">
                <a:solidFill>
                  <a:srgbClr val="E6E6E6"/>
                </a:solidFill>
                <a:latin typeface="Tahoma"/>
                <a:cs typeface="Tahoma"/>
              </a:rPr>
              <a:t>Cum.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75">
                <a:solidFill>
                  <a:srgbClr val="E6E6E6"/>
                </a:solidFill>
                <a:latin typeface="Tahoma"/>
                <a:cs typeface="Tahoma"/>
              </a:rPr>
              <a:t>Importance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99" name="object 99"/>
          <p:cNvGrpSpPr/>
          <p:nvPr/>
        </p:nvGrpSpPr>
        <p:grpSpPr>
          <a:xfrm>
            <a:off x="14211298" y="1371599"/>
            <a:ext cx="3819525" cy="1400175"/>
            <a:chOff x="14211298" y="1371599"/>
            <a:chExt cx="3819525" cy="1400175"/>
          </a:xfrm>
        </p:grpSpPr>
        <p:sp>
          <p:nvSpPr>
            <p:cNvPr id="100" name="object 100"/>
            <p:cNvSpPr/>
            <p:nvPr/>
          </p:nvSpPr>
          <p:spPr>
            <a:xfrm>
              <a:off x="14220823" y="1381124"/>
              <a:ext cx="3800475" cy="1381125"/>
            </a:xfrm>
            <a:custGeom>
              <a:avLst/>
              <a:gdLst/>
              <a:ahLst/>
              <a:cxnLst/>
              <a:rect l="l" t="t" r="r" b="b"/>
              <a:pathLst>
                <a:path w="3800475" h="1381125">
                  <a:moveTo>
                    <a:pt x="3724274" y="1381125"/>
                  </a:moveTo>
                  <a:lnTo>
                    <a:pt x="76199" y="1381124"/>
                  </a:lnTo>
                  <a:lnTo>
                    <a:pt x="23812" y="1357312"/>
                  </a:lnTo>
                  <a:lnTo>
                    <a:pt x="0" y="1304924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724274" y="0"/>
                  </a:lnTo>
                  <a:lnTo>
                    <a:pt x="3752253" y="6548"/>
                  </a:lnTo>
                  <a:lnTo>
                    <a:pt x="3776661" y="23812"/>
                  </a:lnTo>
                  <a:lnTo>
                    <a:pt x="3793926" y="48220"/>
                  </a:lnTo>
                  <a:lnTo>
                    <a:pt x="3800474" y="76199"/>
                  </a:lnTo>
                  <a:lnTo>
                    <a:pt x="3800474" y="1304924"/>
                  </a:lnTo>
                  <a:lnTo>
                    <a:pt x="3793926" y="1332904"/>
                  </a:lnTo>
                  <a:lnTo>
                    <a:pt x="3776662" y="1357312"/>
                  </a:lnTo>
                  <a:lnTo>
                    <a:pt x="3752254" y="1374576"/>
                  </a:lnTo>
                  <a:lnTo>
                    <a:pt x="3724274" y="1381125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1" name="object 101"/>
            <p:cNvSpPr/>
            <p:nvPr/>
          </p:nvSpPr>
          <p:spPr>
            <a:xfrm>
              <a:off x="14220823" y="1381124"/>
              <a:ext cx="3800475" cy="1381125"/>
            </a:xfrm>
            <a:custGeom>
              <a:avLst/>
              <a:gdLst/>
              <a:ahLst/>
              <a:cxnLst/>
              <a:rect l="l" t="t" r="r" b="b"/>
              <a:pathLst>
                <a:path w="3800475" h="1381125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724274" y="0"/>
                  </a:lnTo>
                  <a:lnTo>
                    <a:pt x="3752254" y="6548"/>
                  </a:lnTo>
                  <a:lnTo>
                    <a:pt x="3776662" y="23812"/>
                  </a:lnTo>
                  <a:lnTo>
                    <a:pt x="3793926" y="48220"/>
                  </a:lnTo>
                  <a:lnTo>
                    <a:pt x="3800474" y="76199"/>
                  </a:lnTo>
                  <a:lnTo>
                    <a:pt x="3800474" y="1304924"/>
                  </a:lnTo>
                  <a:lnTo>
                    <a:pt x="3793926" y="1332904"/>
                  </a:lnTo>
                  <a:lnTo>
                    <a:pt x="3776661" y="1357312"/>
                  </a:lnTo>
                  <a:lnTo>
                    <a:pt x="3752253" y="1374576"/>
                  </a:lnTo>
                  <a:lnTo>
                    <a:pt x="3724274" y="1381124"/>
                  </a:lnTo>
                  <a:lnTo>
                    <a:pt x="76199" y="1381124"/>
                  </a:lnTo>
                  <a:lnTo>
                    <a:pt x="23812" y="1357312"/>
                  </a:lnTo>
                  <a:lnTo>
                    <a:pt x="0" y="1304924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2" name="object 102"/>
            <p:cNvSpPr/>
            <p:nvPr/>
          </p:nvSpPr>
          <p:spPr>
            <a:xfrm>
              <a:off x="14230348" y="1390649"/>
              <a:ext cx="3781425" cy="1357630"/>
            </a:xfrm>
            <a:custGeom>
              <a:avLst/>
              <a:gdLst/>
              <a:ahLst/>
              <a:cxnLst/>
              <a:rect l="l" t="t" r="r" b="b"/>
              <a:pathLst>
                <a:path w="3781425" h="1357630">
                  <a:moveTo>
                    <a:pt x="3714750" y="1357312"/>
                  </a:moveTo>
                  <a:lnTo>
                    <a:pt x="66675" y="1357312"/>
                  </a:lnTo>
                  <a:lnTo>
                    <a:pt x="42193" y="1351582"/>
                  </a:lnTo>
                  <a:lnTo>
                    <a:pt x="20836" y="1336476"/>
                  </a:lnTo>
                  <a:lnTo>
                    <a:pt x="5730" y="1315119"/>
                  </a:lnTo>
                  <a:lnTo>
                    <a:pt x="0" y="1290637"/>
                  </a:lnTo>
                  <a:lnTo>
                    <a:pt x="0" y="61912"/>
                  </a:lnTo>
                  <a:lnTo>
                    <a:pt x="5730" y="37430"/>
                  </a:lnTo>
                  <a:lnTo>
                    <a:pt x="20836" y="16073"/>
                  </a:lnTo>
                  <a:lnTo>
                    <a:pt x="42193" y="967"/>
                  </a:lnTo>
                  <a:lnTo>
                    <a:pt x="46326" y="0"/>
                  </a:lnTo>
                  <a:lnTo>
                    <a:pt x="3735098" y="0"/>
                  </a:lnTo>
                  <a:lnTo>
                    <a:pt x="3739232" y="967"/>
                  </a:lnTo>
                  <a:lnTo>
                    <a:pt x="3760589" y="16073"/>
                  </a:lnTo>
                  <a:lnTo>
                    <a:pt x="3775695" y="37430"/>
                  </a:lnTo>
                  <a:lnTo>
                    <a:pt x="3781424" y="61912"/>
                  </a:lnTo>
                  <a:lnTo>
                    <a:pt x="3781424" y="1290637"/>
                  </a:lnTo>
                  <a:lnTo>
                    <a:pt x="3775695" y="1315119"/>
                  </a:lnTo>
                  <a:lnTo>
                    <a:pt x="3760589" y="1336476"/>
                  </a:lnTo>
                  <a:lnTo>
                    <a:pt x="3739232" y="1351582"/>
                  </a:lnTo>
                  <a:lnTo>
                    <a:pt x="3714750" y="1357312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3" name="object 103"/>
          <p:cNvSpPr txBox="1"/>
          <p:nvPr/>
        </p:nvSpPr>
        <p:spPr>
          <a:xfrm>
            <a:off x="14370050" y="1844675"/>
            <a:ext cx="9715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58.43</a:t>
            </a:r>
            <a:endParaRPr sz="3000">
              <a:latin typeface="Segoe UI Semibold"/>
              <a:cs typeface="Segoe UI Semibold"/>
            </a:endParaRPr>
          </a:p>
        </p:txBody>
      </p:sp>
      <p:sp>
        <p:nvSpPr>
          <p:cNvPr id="104" name="object 104"/>
          <p:cNvSpPr txBox="1"/>
          <p:nvPr/>
        </p:nvSpPr>
        <p:spPr>
          <a:xfrm>
            <a:off x="10074274" y="1016000"/>
            <a:ext cx="842644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60">
                <a:solidFill>
                  <a:srgbClr val="E6E6E6"/>
                </a:solidFill>
                <a:latin typeface="Tahoma"/>
                <a:cs typeface="Tahoma"/>
              </a:rPr>
              <a:t>#</a:t>
            </a:r>
            <a:r>
              <a:rPr dirty="0" sz="1500" spc="-12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45">
                <a:solidFill>
                  <a:srgbClr val="E6E6E6"/>
                </a:solidFill>
                <a:latin typeface="Tahoma"/>
                <a:cs typeface="Tahoma"/>
              </a:rPr>
              <a:t>Features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05" name="object 105"/>
          <p:cNvGrpSpPr/>
          <p:nvPr/>
        </p:nvGrpSpPr>
        <p:grpSpPr>
          <a:xfrm>
            <a:off x="10077450" y="1400174"/>
            <a:ext cx="3848100" cy="1371600"/>
            <a:chOff x="10077450" y="1400174"/>
            <a:chExt cx="3848100" cy="1371600"/>
          </a:xfrm>
        </p:grpSpPr>
        <p:sp>
          <p:nvSpPr>
            <p:cNvPr id="106" name="object 106"/>
            <p:cNvSpPr/>
            <p:nvPr/>
          </p:nvSpPr>
          <p:spPr>
            <a:xfrm>
              <a:off x="10086975" y="1409699"/>
              <a:ext cx="3829050" cy="1352550"/>
            </a:xfrm>
            <a:custGeom>
              <a:avLst/>
              <a:gdLst/>
              <a:ahLst/>
              <a:cxnLst/>
              <a:rect l="l" t="t" r="r" b="b"/>
              <a:pathLst>
                <a:path w="3829050" h="1352550">
                  <a:moveTo>
                    <a:pt x="3752849" y="1352550"/>
                  </a:moveTo>
                  <a:lnTo>
                    <a:pt x="76199" y="1352549"/>
                  </a:lnTo>
                  <a:lnTo>
                    <a:pt x="23812" y="1328737"/>
                  </a:lnTo>
                  <a:lnTo>
                    <a:pt x="0" y="127634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752849" y="0"/>
                  </a:lnTo>
                  <a:lnTo>
                    <a:pt x="3780829" y="6548"/>
                  </a:lnTo>
                  <a:lnTo>
                    <a:pt x="3805236" y="23812"/>
                  </a:lnTo>
                  <a:lnTo>
                    <a:pt x="3822501" y="48220"/>
                  </a:lnTo>
                  <a:lnTo>
                    <a:pt x="3829049" y="76199"/>
                  </a:lnTo>
                  <a:lnTo>
                    <a:pt x="3829049" y="1276349"/>
                  </a:lnTo>
                  <a:lnTo>
                    <a:pt x="3822501" y="1304329"/>
                  </a:lnTo>
                  <a:lnTo>
                    <a:pt x="3805237" y="1328737"/>
                  </a:lnTo>
                  <a:lnTo>
                    <a:pt x="3780829" y="1346001"/>
                  </a:lnTo>
                  <a:lnTo>
                    <a:pt x="3752849" y="135255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7" name="object 107"/>
            <p:cNvSpPr/>
            <p:nvPr/>
          </p:nvSpPr>
          <p:spPr>
            <a:xfrm>
              <a:off x="10086975" y="1409699"/>
              <a:ext cx="3829050" cy="1352550"/>
            </a:xfrm>
            <a:custGeom>
              <a:avLst/>
              <a:gdLst/>
              <a:ahLst/>
              <a:cxnLst/>
              <a:rect l="l" t="t" r="r" b="b"/>
              <a:pathLst>
                <a:path w="3829050" h="1352550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752849" y="0"/>
                  </a:lnTo>
                  <a:lnTo>
                    <a:pt x="3805237" y="23812"/>
                  </a:lnTo>
                  <a:lnTo>
                    <a:pt x="3829049" y="76199"/>
                  </a:lnTo>
                  <a:lnTo>
                    <a:pt x="3829049" y="1276349"/>
                  </a:lnTo>
                  <a:lnTo>
                    <a:pt x="3822501" y="1304329"/>
                  </a:lnTo>
                  <a:lnTo>
                    <a:pt x="3805237" y="1328737"/>
                  </a:lnTo>
                  <a:lnTo>
                    <a:pt x="3780829" y="1346001"/>
                  </a:lnTo>
                  <a:lnTo>
                    <a:pt x="3752849" y="1352549"/>
                  </a:lnTo>
                  <a:lnTo>
                    <a:pt x="76199" y="1352549"/>
                  </a:lnTo>
                  <a:lnTo>
                    <a:pt x="23812" y="1328737"/>
                  </a:lnTo>
                  <a:lnTo>
                    <a:pt x="0" y="1276349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0096500" y="1419224"/>
              <a:ext cx="3810000" cy="1329055"/>
            </a:xfrm>
            <a:custGeom>
              <a:avLst/>
              <a:gdLst/>
              <a:ahLst/>
              <a:cxnLst/>
              <a:rect l="l" t="t" r="r" b="b"/>
              <a:pathLst>
                <a:path w="3810000" h="1329055">
                  <a:moveTo>
                    <a:pt x="3743325" y="1328737"/>
                  </a:moveTo>
                  <a:lnTo>
                    <a:pt x="66675" y="1328737"/>
                  </a:lnTo>
                  <a:lnTo>
                    <a:pt x="42192" y="1323007"/>
                  </a:lnTo>
                  <a:lnTo>
                    <a:pt x="20836" y="1307901"/>
                  </a:lnTo>
                  <a:lnTo>
                    <a:pt x="5730" y="1286544"/>
                  </a:lnTo>
                  <a:lnTo>
                    <a:pt x="0" y="1262062"/>
                  </a:lnTo>
                  <a:lnTo>
                    <a:pt x="0" y="61912"/>
                  </a:lnTo>
                  <a:lnTo>
                    <a:pt x="20836" y="16073"/>
                  </a:lnTo>
                  <a:lnTo>
                    <a:pt x="3763673" y="0"/>
                  </a:lnTo>
                  <a:lnTo>
                    <a:pt x="3767807" y="967"/>
                  </a:lnTo>
                  <a:lnTo>
                    <a:pt x="3789164" y="16073"/>
                  </a:lnTo>
                  <a:lnTo>
                    <a:pt x="3804270" y="37430"/>
                  </a:lnTo>
                  <a:lnTo>
                    <a:pt x="3809999" y="61912"/>
                  </a:lnTo>
                  <a:lnTo>
                    <a:pt x="3809999" y="1262062"/>
                  </a:lnTo>
                  <a:lnTo>
                    <a:pt x="3804270" y="1286544"/>
                  </a:lnTo>
                  <a:lnTo>
                    <a:pt x="3789164" y="1307901"/>
                  </a:lnTo>
                  <a:lnTo>
                    <a:pt x="3767807" y="1323007"/>
                  </a:lnTo>
                  <a:lnTo>
                    <a:pt x="3743325" y="1328737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/>
          <p:cNvSpPr txBox="1"/>
          <p:nvPr/>
        </p:nvSpPr>
        <p:spPr>
          <a:xfrm>
            <a:off x="10236199" y="1854200"/>
            <a:ext cx="66802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25" b="1">
                <a:solidFill>
                  <a:srgbClr val="F5F5F5"/>
                </a:solidFill>
                <a:latin typeface="Segoe UI Semibold"/>
                <a:cs typeface="Segoe UI Semibold"/>
              </a:rPr>
              <a:t>433</a:t>
            </a:r>
            <a:endParaRPr sz="3000">
              <a:latin typeface="Segoe UI Semibold"/>
              <a:cs typeface="Segoe UI Semibold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368299" y="1191888"/>
            <a:ext cx="1590675" cy="958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dirty="0" sz="2800" spc="-10">
                <a:solidFill>
                  <a:srgbClr val="FFFFFF"/>
                </a:solidFill>
                <a:latin typeface="Segoe UI"/>
                <a:cs typeface="Segoe UI"/>
              </a:rPr>
              <a:t>Important Feature</a:t>
            </a:r>
            <a:endParaRPr sz="2800">
              <a:latin typeface="Segoe UI"/>
              <a:cs typeface="Segoe UI"/>
            </a:endParaRPr>
          </a:p>
        </p:txBody>
      </p:sp>
      <p:grpSp>
        <p:nvGrpSpPr>
          <p:cNvPr id="111" name="object 111"/>
          <p:cNvGrpSpPr/>
          <p:nvPr/>
        </p:nvGrpSpPr>
        <p:grpSpPr>
          <a:xfrm>
            <a:off x="219074" y="476249"/>
            <a:ext cx="6029325" cy="581025"/>
            <a:chOff x="219074" y="476249"/>
            <a:chExt cx="6029325" cy="581025"/>
          </a:xfrm>
        </p:grpSpPr>
        <p:sp>
          <p:nvSpPr>
            <p:cNvPr id="112" name="object 112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6010274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6010274" y="0"/>
                  </a:lnTo>
                  <a:lnTo>
                    <a:pt x="6010274" y="56197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3" name="object 113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5729286" y="561975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5729287" y="0"/>
                  </a:lnTo>
                  <a:lnTo>
                    <a:pt x="6010274" y="280987"/>
                  </a:lnTo>
                  <a:lnTo>
                    <a:pt x="5729286" y="561975"/>
                  </a:lnTo>
                  <a:close/>
                </a:path>
              </a:pathLst>
            </a:custGeom>
            <a:solidFill>
              <a:srgbClr val="265D9A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4" name="object 114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0" y="0"/>
                  </a:moveTo>
                  <a:lnTo>
                    <a:pt x="5729286" y="0"/>
                  </a:lnTo>
                  <a:lnTo>
                    <a:pt x="6010274" y="280987"/>
                  </a:lnTo>
                  <a:lnTo>
                    <a:pt x="5729286" y="561974"/>
                  </a:lnTo>
                  <a:lnTo>
                    <a:pt x="0" y="561974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3A7D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5" name="object 11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4790">
              <a:lnSpc>
                <a:spcPts val="4425"/>
              </a:lnSpc>
            </a:pPr>
            <a:r>
              <a:rPr dirty="0" spc="-270"/>
              <a:t>Fraud</a:t>
            </a:r>
            <a:r>
              <a:rPr dirty="0" spc="40"/>
              <a:t> </a:t>
            </a:r>
            <a:r>
              <a:rPr dirty="0" spc="-490"/>
              <a:t>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929687" y="314808"/>
            <a:ext cx="885825" cy="152400"/>
          </a:xfrm>
          <a:prstGeom prst="rect">
            <a:avLst/>
          </a:prstGeom>
        </p:spPr>
        <p:txBody>
          <a:bodyPr wrap="square" lIns="0" tIns="889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7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Power</a:t>
            </a:r>
            <a:r>
              <a:rPr dirty="0" sz="900" spc="-3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BI</a:t>
            </a:r>
            <a:r>
              <a:rPr dirty="0" sz="900" spc="-2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 spc="-10">
                <a:solidFill>
                  <a:srgbClr val="FFFFFF"/>
                </a:solidFill>
                <a:latin typeface="Segoe UI"/>
                <a:cs typeface="Segoe UI"/>
              </a:rPr>
              <a:t>Desktop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8600" y="2286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1A1A1A">
              <a:alpha val="85998"/>
            </a:srgbClr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3219450" y="2743200"/>
            <a:ext cx="3533775" cy="1371600"/>
            <a:chOff x="3219450" y="2743200"/>
            <a:chExt cx="3533775" cy="1371600"/>
          </a:xfrm>
        </p:grpSpPr>
        <p:sp>
          <p:nvSpPr>
            <p:cNvPr id="5" name="object 5"/>
            <p:cNvSpPr/>
            <p:nvPr/>
          </p:nvSpPr>
          <p:spPr>
            <a:xfrm>
              <a:off x="3228974" y="2752724"/>
              <a:ext cx="3514725" cy="1352550"/>
            </a:xfrm>
            <a:custGeom>
              <a:avLst/>
              <a:gdLst/>
              <a:ahLst/>
              <a:cxnLst/>
              <a:rect l="l" t="t" r="r" b="b"/>
              <a:pathLst>
                <a:path w="3514725" h="1352550">
                  <a:moveTo>
                    <a:pt x="3438524" y="1352550"/>
                  </a:moveTo>
                  <a:lnTo>
                    <a:pt x="76199" y="1352549"/>
                  </a:lnTo>
                  <a:lnTo>
                    <a:pt x="23812" y="1328737"/>
                  </a:lnTo>
                  <a:lnTo>
                    <a:pt x="0" y="127634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438524" y="0"/>
                  </a:lnTo>
                  <a:lnTo>
                    <a:pt x="3466504" y="6548"/>
                  </a:lnTo>
                  <a:lnTo>
                    <a:pt x="3490912" y="23812"/>
                  </a:lnTo>
                  <a:lnTo>
                    <a:pt x="3508176" y="48220"/>
                  </a:lnTo>
                  <a:lnTo>
                    <a:pt x="3514724" y="76199"/>
                  </a:lnTo>
                  <a:lnTo>
                    <a:pt x="3514724" y="1276349"/>
                  </a:lnTo>
                  <a:lnTo>
                    <a:pt x="3508176" y="1304329"/>
                  </a:lnTo>
                  <a:lnTo>
                    <a:pt x="3490912" y="1328737"/>
                  </a:lnTo>
                  <a:lnTo>
                    <a:pt x="3466504" y="1346001"/>
                  </a:lnTo>
                  <a:lnTo>
                    <a:pt x="3438524" y="135255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228974" y="2752724"/>
              <a:ext cx="3514725" cy="1352550"/>
            </a:xfrm>
            <a:custGeom>
              <a:avLst/>
              <a:gdLst/>
              <a:ahLst/>
              <a:cxnLst/>
              <a:rect l="l" t="t" r="r" b="b"/>
              <a:pathLst>
                <a:path w="3514725" h="1352550">
                  <a:moveTo>
                    <a:pt x="0" y="76199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438524" y="0"/>
                  </a:lnTo>
                  <a:lnTo>
                    <a:pt x="3490912" y="23812"/>
                  </a:lnTo>
                  <a:lnTo>
                    <a:pt x="3514724" y="76199"/>
                  </a:lnTo>
                  <a:lnTo>
                    <a:pt x="3514724" y="1276349"/>
                  </a:lnTo>
                  <a:lnTo>
                    <a:pt x="3508176" y="1304329"/>
                  </a:lnTo>
                  <a:lnTo>
                    <a:pt x="3490912" y="1328737"/>
                  </a:lnTo>
                  <a:lnTo>
                    <a:pt x="3466504" y="1346001"/>
                  </a:lnTo>
                  <a:lnTo>
                    <a:pt x="3438524" y="1352549"/>
                  </a:lnTo>
                  <a:lnTo>
                    <a:pt x="76199" y="1352549"/>
                  </a:lnTo>
                  <a:lnTo>
                    <a:pt x="48220" y="1346001"/>
                  </a:lnTo>
                  <a:lnTo>
                    <a:pt x="23812" y="1328737"/>
                  </a:lnTo>
                  <a:lnTo>
                    <a:pt x="6548" y="1304329"/>
                  </a:lnTo>
                  <a:lnTo>
                    <a:pt x="0" y="1276349"/>
                  </a:lnTo>
                  <a:lnTo>
                    <a:pt x="0" y="76199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38499" y="2762249"/>
              <a:ext cx="3495675" cy="1329055"/>
            </a:xfrm>
            <a:custGeom>
              <a:avLst/>
              <a:gdLst/>
              <a:ahLst/>
              <a:cxnLst/>
              <a:rect l="l" t="t" r="r" b="b"/>
              <a:pathLst>
                <a:path w="3495675" h="1329054">
                  <a:moveTo>
                    <a:pt x="3428999" y="1328737"/>
                  </a:moveTo>
                  <a:lnTo>
                    <a:pt x="66675" y="1328737"/>
                  </a:lnTo>
                  <a:lnTo>
                    <a:pt x="42192" y="1323007"/>
                  </a:lnTo>
                  <a:lnTo>
                    <a:pt x="20835" y="1307901"/>
                  </a:lnTo>
                  <a:lnTo>
                    <a:pt x="5729" y="1286544"/>
                  </a:lnTo>
                  <a:lnTo>
                    <a:pt x="0" y="1262062"/>
                  </a:lnTo>
                  <a:lnTo>
                    <a:pt x="0" y="61912"/>
                  </a:lnTo>
                  <a:lnTo>
                    <a:pt x="5729" y="37430"/>
                  </a:lnTo>
                  <a:lnTo>
                    <a:pt x="20835" y="16073"/>
                  </a:lnTo>
                  <a:lnTo>
                    <a:pt x="42192" y="967"/>
                  </a:lnTo>
                  <a:lnTo>
                    <a:pt x="46326" y="0"/>
                  </a:lnTo>
                  <a:lnTo>
                    <a:pt x="3449348" y="0"/>
                  </a:lnTo>
                  <a:lnTo>
                    <a:pt x="3453482" y="967"/>
                  </a:lnTo>
                  <a:lnTo>
                    <a:pt x="3474839" y="16073"/>
                  </a:lnTo>
                  <a:lnTo>
                    <a:pt x="3489945" y="37430"/>
                  </a:lnTo>
                  <a:lnTo>
                    <a:pt x="3495674" y="61912"/>
                  </a:lnTo>
                  <a:lnTo>
                    <a:pt x="3495674" y="1262062"/>
                  </a:lnTo>
                  <a:lnTo>
                    <a:pt x="3489945" y="1286544"/>
                  </a:lnTo>
                  <a:lnTo>
                    <a:pt x="3474839" y="1307901"/>
                  </a:lnTo>
                  <a:lnTo>
                    <a:pt x="3453482" y="1323007"/>
                  </a:lnTo>
                  <a:lnTo>
                    <a:pt x="3428999" y="1328737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3378200" y="3197225"/>
            <a:ext cx="10731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2.90%</a:t>
            </a:r>
            <a:endParaRPr sz="3000">
              <a:latin typeface="Segoe UI Semibold"/>
              <a:cs typeface="Segoe UI Semi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68299" y="1191888"/>
            <a:ext cx="4276090" cy="14211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988694">
              <a:lnSpc>
                <a:spcPct val="109400"/>
              </a:lnSpc>
              <a:spcBef>
                <a:spcPts val="100"/>
              </a:spcBef>
            </a:pPr>
            <a:r>
              <a:rPr dirty="0" sz="2800">
                <a:solidFill>
                  <a:srgbClr val="FFFFFF"/>
                </a:solidFill>
                <a:latin typeface="Segoe UI"/>
                <a:cs typeface="Segoe UI"/>
              </a:rPr>
              <a:t>Model</a:t>
            </a:r>
            <a:r>
              <a:rPr dirty="0" sz="2800" spc="-8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2800">
                <a:solidFill>
                  <a:srgbClr val="FFFFFF"/>
                </a:solidFill>
                <a:latin typeface="Segoe UI"/>
                <a:cs typeface="Segoe UI"/>
              </a:rPr>
              <a:t>Performance</a:t>
            </a:r>
            <a:r>
              <a:rPr dirty="0" sz="2800" spc="-8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2800" spc="-50">
                <a:solidFill>
                  <a:srgbClr val="FFFFFF"/>
                </a:solidFill>
                <a:latin typeface="Segoe UI"/>
                <a:cs typeface="Segoe UI"/>
              </a:rPr>
              <a:t>| </a:t>
            </a:r>
            <a:r>
              <a:rPr dirty="0" sz="2800" spc="-10">
                <a:solidFill>
                  <a:srgbClr val="FFFFFF"/>
                </a:solidFill>
                <a:latin typeface="Segoe UI"/>
                <a:cs typeface="Segoe UI"/>
              </a:rPr>
              <a:t>LightGBM</a:t>
            </a:r>
            <a:endParaRPr sz="2800">
              <a:latin typeface="Segoe UI"/>
              <a:cs typeface="Segoe UI"/>
            </a:endParaRPr>
          </a:p>
          <a:p>
            <a:pPr algn="r" marR="5080">
              <a:lnSpc>
                <a:spcPct val="100000"/>
              </a:lnSpc>
              <a:spcBef>
                <a:spcPts val="184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9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55">
                <a:solidFill>
                  <a:srgbClr val="E6E6E6"/>
                </a:solidFill>
                <a:latin typeface="Tahoma"/>
                <a:cs typeface="Tahoma"/>
              </a:rPr>
              <a:t>Predicted</a:t>
            </a:r>
            <a:r>
              <a:rPr dirty="0" sz="1500" spc="-9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10">
                <a:solidFill>
                  <a:srgbClr val="E6E6E6"/>
                </a:solidFill>
                <a:latin typeface="Tahoma"/>
                <a:cs typeface="Tahoma"/>
              </a:rPr>
              <a:t>Fraud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61975" y="4552950"/>
            <a:ext cx="8515350" cy="5686425"/>
            <a:chOff x="561975" y="4552950"/>
            <a:chExt cx="8515350" cy="5686425"/>
          </a:xfrm>
        </p:grpSpPr>
        <p:sp>
          <p:nvSpPr>
            <p:cNvPr id="11" name="object 11"/>
            <p:cNvSpPr/>
            <p:nvPr/>
          </p:nvSpPr>
          <p:spPr>
            <a:xfrm>
              <a:off x="566737" y="4557712"/>
              <a:ext cx="8505825" cy="5676900"/>
            </a:xfrm>
            <a:custGeom>
              <a:avLst/>
              <a:gdLst/>
              <a:ahLst/>
              <a:cxnLst/>
              <a:rect l="l" t="t" r="r" b="b"/>
              <a:pathLst>
                <a:path w="8505825" h="5676900">
                  <a:moveTo>
                    <a:pt x="8439077" y="5676898"/>
                  </a:moveTo>
                  <a:lnTo>
                    <a:pt x="66746" y="5676898"/>
                  </a:lnTo>
                  <a:lnTo>
                    <a:pt x="62101" y="5676441"/>
                  </a:lnTo>
                  <a:lnTo>
                    <a:pt x="24240" y="5659292"/>
                  </a:lnTo>
                  <a:lnTo>
                    <a:pt x="2287" y="5623998"/>
                  </a:lnTo>
                  <a:lnTo>
                    <a:pt x="0" y="5610152"/>
                  </a:lnTo>
                  <a:lnTo>
                    <a:pt x="0" y="56054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8439077" y="0"/>
                  </a:lnTo>
                  <a:lnTo>
                    <a:pt x="8477974" y="14645"/>
                  </a:lnTo>
                  <a:lnTo>
                    <a:pt x="8502179" y="48433"/>
                  </a:lnTo>
                  <a:lnTo>
                    <a:pt x="8505823" y="66746"/>
                  </a:lnTo>
                  <a:lnTo>
                    <a:pt x="8505823" y="5610152"/>
                  </a:lnTo>
                  <a:lnTo>
                    <a:pt x="8491177" y="5649049"/>
                  </a:lnTo>
                  <a:lnTo>
                    <a:pt x="8457390" y="5673256"/>
                  </a:lnTo>
                  <a:lnTo>
                    <a:pt x="8443722" y="5676441"/>
                  </a:lnTo>
                  <a:lnTo>
                    <a:pt x="8439077" y="5676898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566737" y="4557712"/>
              <a:ext cx="8505825" cy="5676900"/>
            </a:xfrm>
            <a:custGeom>
              <a:avLst/>
              <a:gdLst/>
              <a:ahLst/>
              <a:cxnLst/>
              <a:rect l="l" t="t" r="r" b="b"/>
              <a:pathLst>
                <a:path w="8505825" h="5676900">
                  <a:moveTo>
                    <a:pt x="0" y="56054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8434386" y="0"/>
                  </a:lnTo>
                  <a:lnTo>
                    <a:pt x="8439077" y="0"/>
                  </a:lnTo>
                  <a:lnTo>
                    <a:pt x="8443723" y="457"/>
                  </a:lnTo>
                  <a:lnTo>
                    <a:pt x="8481583" y="17606"/>
                  </a:lnTo>
                  <a:lnTo>
                    <a:pt x="8503534" y="52900"/>
                  </a:lnTo>
                  <a:lnTo>
                    <a:pt x="8505824" y="71437"/>
                  </a:lnTo>
                  <a:lnTo>
                    <a:pt x="8505824" y="5605462"/>
                  </a:lnTo>
                  <a:lnTo>
                    <a:pt x="8505823" y="5610152"/>
                  </a:lnTo>
                  <a:lnTo>
                    <a:pt x="8505366" y="5614798"/>
                  </a:lnTo>
                  <a:lnTo>
                    <a:pt x="8504450" y="5619398"/>
                  </a:lnTo>
                  <a:lnTo>
                    <a:pt x="8503534" y="5623998"/>
                  </a:lnTo>
                  <a:lnTo>
                    <a:pt x="8481583" y="5659292"/>
                  </a:lnTo>
                  <a:lnTo>
                    <a:pt x="8474075" y="5664859"/>
                  </a:lnTo>
                  <a:lnTo>
                    <a:pt x="8470174" y="5667465"/>
                  </a:lnTo>
                  <a:lnTo>
                    <a:pt x="8466056" y="5669666"/>
                  </a:lnTo>
                  <a:lnTo>
                    <a:pt x="8461723" y="5671460"/>
                  </a:lnTo>
                  <a:lnTo>
                    <a:pt x="8457390" y="5673256"/>
                  </a:lnTo>
                  <a:lnTo>
                    <a:pt x="8452923" y="5674611"/>
                  </a:lnTo>
                  <a:lnTo>
                    <a:pt x="8448323" y="5675526"/>
                  </a:lnTo>
                  <a:lnTo>
                    <a:pt x="8443722" y="5676441"/>
                  </a:lnTo>
                  <a:lnTo>
                    <a:pt x="8439077" y="5676898"/>
                  </a:lnTo>
                  <a:lnTo>
                    <a:pt x="8434386" y="5676899"/>
                  </a:lnTo>
                  <a:lnTo>
                    <a:pt x="71437" y="5676899"/>
                  </a:lnTo>
                  <a:lnTo>
                    <a:pt x="66746" y="5676898"/>
                  </a:lnTo>
                  <a:lnTo>
                    <a:pt x="62101" y="5676441"/>
                  </a:lnTo>
                  <a:lnTo>
                    <a:pt x="57500" y="5675526"/>
                  </a:lnTo>
                  <a:lnTo>
                    <a:pt x="52900" y="5674611"/>
                  </a:lnTo>
                  <a:lnTo>
                    <a:pt x="48433" y="5673256"/>
                  </a:lnTo>
                  <a:lnTo>
                    <a:pt x="44099" y="5671460"/>
                  </a:lnTo>
                  <a:lnTo>
                    <a:pt x="39765" y="5669666"/>
                  </a:lnTo>
                  <a:lnTo>
                    <a:pt x="35649" y="5667465"/>
                  </a:lnTo>
                  <a:lnTo>
                    <a:pt x="31748" y="5664859"/>
                  </a:lnTo>
                  <a:lnTo>
                    <a:pt x="27848" y="5662253"/>
                  </a:lnTo>
                  <a:lnTo>
                    <a:pt x="3642" y="5628465"/>
                  </a:lnTo>
                  <a:lnTo>
                    <a:pt x="1372" y="5619398"/>
                  </a:lnTo>
                  <a:lnTo>
                    <a:pt x="457" y="5614798"/>
                  </a:lnTo>
                  <a:lnTo>
                    <a:pt x="0" y="5610152"/>
                  </a:lnTo>
                  <a:lnTo>
                    <a:pt x="0" y="5605462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711199" y="4618830"/>
            <a:ext cx="1205230" cy="50165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sz="1500" spc="-360">
                <a:solidFill>
                  <a:srgbClr val="E6E6E6"/>
                </a:solidFill>
                <a:latin typeface="Tahoma"/>
                <a:cs typeface="Tahoma"/>
              </a:rPr>
              <a:t>#</a:t>
            </a:r>
            <a:r>
              <a:rPr dirty="0" sz="1500" spc="-12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85">
                <a:solidFill>
                  <a:srgbClr val="E6E6E6"/>
                </a:solidFill>
                <a:latin typeface="Tahoma"/>
                <a:cs typeface="Tahoma"/>
              </a:rPr>
              <a:t>TransactionID</a:t>
            </a:r>
            <a:endParaRPr sz="1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dirty="0" sz="1200">
                <a:solidFill>
                  <a:srgbClr val="C7C7C7"/>
                </a:solidFill>
                <a:latin typeface="Segoe UI"/>
                <a:cs typeface="Segoe UI"/>
              </a:rPr>
              <a:t>by </a:t>
            </a:r>
            <a:r>
              <a:rPr dirty="0" sz="1200" spc="-10">
                <a:solidFill>
                  <a:srgbClr val="C7C7C7"/>
                </a:solidFill>
                <a:latin typeface="Segoe UI"/>
                <a:cs typeface="Segoe UI"/>
              </a:rPr>
              <a:t>AlertType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38237" y="5751367"/>
            <a:ext cx="7781925" cy="3992879"/>
            <a:chOff x="1138237" y="5751367"/>
            <a:chExt cx="7781925" cy="3992879"/>
          </a:xfrm>
        </p:grpSpPr>
        <p:sp>
          <p:nvSpPr>
            <p:cNvPr id="15" name="object 15"/>
            <p:cNvSpPr/>
            <p:nvPr/>
          </p:nvSpPr>
          <p:spPr>
            <a:xfrm>
              <a:off x="1143000" y="9739312"/>
              <a:ext cx="7772400" cy="0"/>
            </a:xfrm>
            <a:custGeom>
              <a:avLst/>
              <a:gdLst/>
              <a:ahLst/>
              <a:cxnLst/>
              <a:rect l="l" t="t" r="r" b="b"/>
              <a:pathLst>
                <a:path w="7772400" h="0">
                  <a:moveTo>
                    <a:pt x="0" y="0"/>
                  </a:moveTo>
                  <a:lnTo>
                    <a:pt x="7772399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143000" y="5756130"/>
              <a:ext cx="7772400" cy="2987675"/>
            </a:xfrm>
            <a:custGeom>
              <a:avLst/>
              <a:gdLst/>
              <a:ahLst/>
              <a:cxnLst/>
              <a:rect l="l" t="t" r="r" b="b"/>
              <a:pathLst>
                <a:path w="7772400" h="2987675">
                  <a:moveTo>
                    <a:pt x="0" y="2987387"/>
                  </a:moveTo>
                  <a:lnTo>
                    <a:pt x="942108" y="2987387"/>
                  </a:lnTo>
                </a:path>
                <a:path w="7772400" h="2987675">
                  <a:moveTo>
                    <a:pt x="1964793" y="2987387"/>
                  </a:moveTo>
                  <a:lnTo>
                    <a:pt x="3297381" y="2987387"/>
                  </a:lnTo>
                </a:path>
                <a:path w="7772400" h="2987675">
                  <a:moveTo>
                    <a:pt x="4320065" y="2987387"/>
                  </a:moveTo>
                  <a:lnTo>
                    <a:pt x="5652653" y="2987387"/>
                  </a:lnTo>
                </a:path>
                <a:path w="7772400" h="2987675">
                  <a:moveTo>
                    <a:pt x="6675337" y="2987387"/>
                  </a:moveTo>
                  <a:lnTo>
                    <a:pt x="7772399" y="2987387"/>
                  </a:lnTo>
                </a:path>
                <a:path w="7772400" h="2987675">
                  <a:moveTo>
                    <a:pt x="0" y="1991590"/>
                  </a:moveTo>
                  <a:lnTo>
                    <a:pt x="942108" y="1991590"/>
                  </a:lnTo>
                </a:path>
                <a:path w="7772400" h="2987675">
                  <a:moveTo>
                    <a:pt x="1964793" y="1991590"/>
                  </a:moveTo>
                  <a:lnTo>
                    <a:pt x="3297381" y="1991590"/>
                  </a:lnTo>
                </a:path>
                <a:path w="7772400" h="2987675">
                  <a:moveTo>
                    <a:pt x="4320065" y="1991590"/>
                  </a:moveTo>
                  <a:lnTo>
                    <a:pt x="5652653" y="1991590"/>
                  </a:lnTo>
                </a:path>
                <a:path w="7772400" h="2987675">
                  <a:moveTo>
                    <a:pt x="6675337" y="1991590"/>
                  </a:moveTo>
                  <a:lnTo>
                    <a:pt x="7772399" y="1991590"/>
                  </a:lnTo>
                </a:path>
                <a:path w="7772400" h="2987675">
                  <a:moveTo>
                    <a:pt x="0" y="995795"/>
                  </a:moveTo>
                  <a:lnTo>
                    <a:pt x="942108" y="995795"/>
                  </a:lnTo>
                </a:path>
                <a:path w="7772400" h="2987675">
                  <a:moveTo>
                    <a:pt x="1964793" y="995795"/>
                  </a:moveTo>
                  <a:lnTo>
                    <a:pt x="3297381" y="995795"/>
                  </a:lnTo>
                </a:path>
                <a:path w="7772400" h="2987675">
                  <a:moveTo>
                    <a:pt x="4320065" y="995795"/>
                  </a:moveTo>
                  <a:lnTo>
                    <a:pt x="7772399" y="995795"/>
                  </a:lnTo>
                </a:path>
                <a:path w="7772400" h="2987675">
                  <a:moveTo>
                    <a:pt x="0" y="0"/>
                  </a:moveTo>
                  <a:lnTo>
                    <a:pt x="942108" y="0"/>
                  </a:lnTo>
                </a:path>
                <a:path w="7772400" h="2987675">
                  <a:moveTo>
                    <a:pt x="1964793" y="0"/>
                  </a:moveTo>
                  <a:lnTo>
                    <a:pt x="3297381" y="0"/>
                  </a:lnTo>
                </a:path>
                <a:path w="7772400" h="2987675">
                  <a:moveTo>
                    <a:pt x="4320065" y="0"/>
                  </a:moveTo>
                  <a:lnTo>
                    <a:pt x="7772399" y="0"/>
                  </a:lnTo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963166" y="9635976"/>
            <a:ext cx="9779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50">
                <a:solidFill>
                  <a:srgbClr val="C7C7C7"/>
                </a:solidFill>
                <a:latin typeface="Segoe UI"/>
                <a:cs typeface="Segoe UI"/>
              </a:rPr>
              <a:t>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19398" y="8640181"/>
            <a:ext cx="2413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C7C7C7"/>
                </a:solidFill>
                <a:latin typeface="Segoe UI"/>
                <a:cs typeface="Segoe UI"/>
              </a:rPr>
              <a:t>500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8492" y="7644384"/>
            <a:ext cx="3422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1,000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18492" y="6648590"/>
            <a:ext cx="3422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1,500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18492" y="5652794"/>
            <a:ext cx="34226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C7C7C7"/>
                </a:solidFill>
                <a:latin typeface="Segoe UI"/>
                <a:cs typeface="Segoe UI"/>
              </a:rPr>
              <a:t>2,000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136757" y="9759949"/>
            <a:ext cx="10744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25">
                <a:solidFill>
                  <a:srgbClr val="FFFFFF"/>
                </a:solidFill>
                <a:latin typeface="Segoe UI"/>
                <a:cs typeface="Segoe UI"/>
              </a:rPr>
              <a:t>True</a:t>
            </a:r>
            <a:r>
              <a:rPr dirty="0" sz="1500" spc="-65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Segoe UI"/>
                <a:cs typeface="Segoe UI"/>
              </a:rPr>
              <a:t>Positive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08983" y="9759949"/>
            <a:ext cx="124079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Segoe UI"/>
                <a:cs typeface="Segoe UI"/>
              </a:rPr>
              <a:t>False</a:t>
            </a:r>
            <a:r>
              <a:rPr dirty="0" sz="1500" spc="-9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Segoe UI"/>
                <a:cs typeface="Segoe UI"/>
              </a:rPr>
              <a:t>Negative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820810" y="9759949"/>
            <a:ext cx="112776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>
                <a:solidFill>
                  <a:srgbClr val="FFFFFF"/>
                </a:solidFill>
                <a:latin typeface="Segoe UI"/>
                <a:cs typeface="Segoe UI"/>
              </a:rPr>
              <a:t>False</a:t>
            </a:r>
            <a:r>
              <a:rPr dirty="0" sz="1500" spc="-9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500" spc="-10">
                <a:solidFill>
                  <a:srgbClr val="FFFFFF"/>
                </a:solidFill>
                <a:latin typeface="Segoe UI"/>
                <a:cs typeface="Segoe UI"/>
              </a:rPr>
              <a:t>Positive</a:t>
            </a:r>
            <a:endParaRPr sz="1500">
              <a:latin typeface="Segoe UI"/>
              <a:cs typeface="Segoe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2085108" y="5675687"/>
            <a:ext cx="5733415" cy="4058920"/>
            <a:chOff x="2085108" y="5675687"/>
            <a:chExt cx="5733415" cy="4058920"/>
          </a:xfrm>
        </p:grpSpPr>
        <p:sp>
          <p:nvSpPr>
            <p:cNvPr id="26" name="object 26"/>
            <p:cNvSpPr/>
            <p:nvPr/>
          </p:nvSpPr>
          <p:spPr>
            <a:xfrm>
              <a:off x="2085108" y="5675687"/>
              <a:ext cx="1022985" cy="4058920"/>
            </a:xfrm>
            <a:custGeom>
              <a:avLst/>
              <a:gdLst/>
              <a:ahLst/>
              <a:cxnLst/>
              <a:rect l="l" t="t" r="r" b="b"/>
              <a:pathLst>
                <a:path w="1022985" h="4058920">
                  <a:moveTo>
                    <a:pt x="1022684" y="4058861"/>
                  </a:moveTo>
                  <a:lnTo>
                    <a:pt x="0" y="4058861"/>
                  </a:lnTo>
                  <a:lnTo>
                    <a:pt x="0" y="0"/>
                  </a:lnTo>
                  <a:lnTo>
                    <a:pt x="1022684" y="0"/>
                  </a:lnTo>
                  <a:lnTo>
                    <a:pt x="1022684" y="4058861"/>
                  </a:lnTo>
                  <a:close/>
                </a:path>
              </a:pathLst>
            </a:custGeom>
            <a:solidFill>
              <a:srgbClr val="4DA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440381" y="5699586"/>
              <a:ext cx="1022985" cy="4035425"/>
            </a:xfrm>
            <a:custGeom>
              <a:avLst/>
              <a:gdLst/>
              <a:ahLst/>
              <a:cxnLst/>
              <a:rect l="l" t="t" r="r" b="b"/>
              <a:pathLst>
                <a:path w="1022985" h="4035425">
                  <a:moveTo>
                    <a:pt x="1022684" y="4034962"/>
                  </a:moveTo>
                  <a:lnTo>
                    <a:pt x="0" y="4034962"/>
                  </a:lnTo>
                  <a:lnTo>
                    <a:pt x="0" y="0"/>
                  </a:lnTo>
                  <a:lnTo>
                    <a:pt x="1022684" y="0"/>
                  </a:lnTo>
                  <a:lnTo>
                    <a:pt x="1022684" y="4034962"/>
                  </a:lnTo>
                  <a:close/>
                </a:path>
              </a:pathLst>
            </a:custGeom>
            <a:solidFill>
              <a:srgbClr val="A52B2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795653" y="6974204"/>
              <a:ext cx="1022985" cy="2760345"/>
            </a:xfrm>
            <a:custGeom>
              <a:avLst/>
              <a:gdLst/>
              <a:ahLst/>
              <a:cxnLst/>
              <a:rect l="l" t="t" r="r" b="b"/>
              <a:pathLst>
                <a:path w="1022984" h="2760345">
                  <a:moveTo>
                    <a:pt x="1022684" y="2760344"/>
                  </a:moveTo>
                  <a:lnTo>
                    <a:pt x="0" y="2760344"/>
                  </a:lnTo>
                  <a:lnTo>
                    <a:pt x="0" y="0"/>
                  </a:lnTo>
                  <a:lnTo>
                    <a:pt x="1022684" y="0"/>
                  </a:lnTo>
                  <a:lnTo>
                    <a:pt x="1022684" y="2760344"/>
                  </a:lnTo>
                  <a:close/>
                </a:path>
              </a:pathLst>
            </a:custGeom>
            <a:solidFill>
              <a:srgbClr val="F5CF7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2419444" y="5416141"/>
            <a:ext cx="354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Segoe UI"/>
                <a:cs typeface="Segoe UI"/>
              </a:rPr>
              <a:t>2038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774717" y="5440040"/>
            <a:ext cx="354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Segoe UI"/>
                <a:cs typeface="Segoe UI"/>
              </a:rPr>
              <a:t>2026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129990" y="6714658"/>
            <a:ext cx="3543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solidFill>
                  <a:srgbClr val="FFFFFF"/>
                </a:solidFill>
                <a:latin typeface="Segoe UI"/>
                <a:cs typeface="Segoe UI"/>
              </a:rPr>
              <a:t>1386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845799" y="2359025"/>
            <a:ext cx="213804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8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E6E6E6"/>
                </a:solidFill>
                <a:latin typeface="Tahoma"/>
                <a:cs typeface="Tahoma"/>
              </a:rPr>
              <a:t>Precision</a:t>
            </a:r>
            <a:r>
              <a:rPr dirty="0" sz="1500" spc="-8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180">
                <a:solidFill>
                  <a:srgbClr val="E6E6E6"/>
                </a:solidFill>
                <a:latin typeface="Tahoma"/>
                <a:cs typeface="Tahoma"/>
              </a:rPr>
              <a:t>-</a:t>
            </a:r>
            <a:r>
              <a:rPr dirty="0" sz="1500" spc="-8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Threshold</a:t>
            </a:r>
            <a:r>
              <a:rPr dirty="0" sz="1500" spc="-8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105">
                <a:solidFill>
                  <a:srgbClr val="E6E6E6"/>
                </a:solidFill>
                <a:latin typeface="Tahoma"/>
                <a:cs typeface="Tahoma"/>
              </a:rPr>
              <a:t>0.2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0848975" y="2743200"/>
            <a:ext cx="3714750" cy="1371600"/>
            <a:chOff x="10848975" y="2743200"/>
            <a:chExt cx="3714750" cy="1371600"/>
          </a:xfrm>
        </p:grpSpPr>
        <p:sp>
          <p:nvSpPr>
            <p:cNvPr id="34" name="object 34"/>
            <p:cNvSpPr/>
            <p:nvPr/>
          </p:nvSpPr>
          <p:spPr>
            <a:xfrm>
              <a:off x="10858500" y="2752724"/>
              <a:ext cx="3695700" cy="1352550"/>
            </a:xfrm>
            <a:custGeom>
              <a:avLst/>
              <a:gdLst/>
              <a:ahLst/>
              <a:cxnLst/>
              <a:rect l="l" t="t" r="r" b="b"/>
              <a:pathLst>
                <a:path w="3695700" h="1352550">
                  <a:moveTo>
                    <a:pt x="3619499" y="1352550"/>
                  </a:moveTo>
                  <a:lnTo>
                    <a:pt x="76199" y="1352549"/>
                  </a:lnTo>
                  <a:lnTo>
                    <a:pt x="23812" y="1328737"/>
                  </a:lnTo>
                  <a:lnTo>
                    <a:pt x="0" y="127634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619499" y="0"/>
                  </a:lnTo>
                  <a:lnTo>
                    <a:pt x="3647479" y="6548"/>
                  </a:lnTo>
                  <a:lnTo>
                    <a:pt x="3671886" y="23812"/>
                  </a:lnTo>
                  <a:lnTo>
                    <a:pt x="3689151" y="48220"/>
                  </a:lnTo>
                  <a:lnTo>
                    <a:pt x="3695699" y="76199"/>
                  </a:lnTo>
                  <a:lnTo>
                    <a:pt x="3695699" y="1276349"/>
                  </a:lnTo>
                  <a:lnTo>
                    <a:pt x="3689151" y="1304329"/>
                  </a:lnTo>
                  <a:lnTo>
                    <a:pt x="3671887" y="1328737"/>
                  </a:lnTo>
                  <a:lnTo>
                    <a:pt x="3647479" y="1346001"/>
                  </a:lnTo>
                  <a:lnTo>
                    <a:pt x="3619499" y="135255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10858500" y="2752724"/>
              <a:ext cx="3695700" cy="1352550"/>
            </a:xfrm>
            <a:custGeom>
              <a:avLst/>
              <a:gdLst/>
              <a:ahLst/>
              <a:cxnLst/>
              <a:rect l="l" t="t" r="r" b="b"/>
              <a:pathLst>
                <a:path w="3695700" h="1352550">
                  <a:moveTo>
                    <a:pt x="0" y="76199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619499" y="0"/>
                  </a:lnTo>
                  <a:lnTo>
                    <a:pt x="3671887" y="23812"/>
                  </a:lnTo>
                  <a:lnTo>
                    <a:pt x="3695699" y="76199"/>
                  </a:lnTo>
                  <a:lnTo>
                    <a:pt x="3695699" y="1276349"/>
                  </a:lnTo>
                  <a:lnTo>
                    <a:pt x="3689151" y="1304329"/>
                  </a:lnTo>
                  <a:lnTo>
                    <a:pt x="3671887" y="1328737"/>
                  </a:lnTo>
                  <a:lnTo>
                    <a:pt x="3647479" y="1346001"/>
                  </a:lnTo>
                  <a:lnTo>
                    <a:pt x="3619499" y="1352549"/>
                  </a:lnTo>
                  <a:lnTo>
                    <a:pt x="76199" y="1352549"/>
                  </a:lnTo>
                  <a:lnTo>
                    <a:pt x="48220" y="1346001"/>
                  </a:lnTo>
                  <a:lnTo>
                    <a:pt x="23812" y="1328737"/>
                  </a:lnTo>
                  <a:lnTo>
                    <a:pt x="6548" y="1304329"/>
                  </a:lnTo>
                  <a:lnTo>
                    <a:pt x="0" y="1276349"/>
                  </a:lnTo>
                  <a:lnTo>
                    <a:pt x="0" y="76199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10868025" y="2762249"/>
              <a:ext cx="3676650" cy="1329055"/>
            </a:xfrm>
            <a:custGeom>
              <a:avLst/>
              <a:gdLst/>
              <a:ahLst/>
              <a:cxnLst/>
              <a:rect l="l" t="t" r="r" b="b"/>
              <a:pathLst>
                <a:path w="3676650" h="1329054">
                  <a:moveTo>
                    <a:pt x="3609975" y="1328737"/>
                  </a:moveTo>
                  <a:lnTo>
                    <a:pt x="66675" y="1328737"/>
                  </a:lnTo>
                  <a:lnTo>
                    <a:pt x="42192" y="1323007"/>
                  </a:lnTo>
                  <a:lnTo>
                    <a:pt x="20836" y="1307901"/>
                  </a:lnTo>
                  <a:lnTo>
                    <a:pt x="5730" y="1286544"/>
                  </a:lnTo>
                  <a:lnTo>
                    <a:pt x="0" y="1262062"/>
                  </a:lnTo>
                  <a:lnTo>
                    <a:pt x="0" y="61912"/>
                  </a:lnTo>
                  <a:lnTo>
                    <a:pt x="5730" y="37430"/>
                  </a:lnTo>
                  <a:lnTo>
                    <a:pt x="20836" y="16073"/>
                  </a:lnTo>
                  <a:lnTo>
                    <a:pt x="42192" y="967"/>
                  </a:lnTo>
                  <a:lnTo>
                    <a:pt x="46326" y="0"/>
                  </a:lnTo>
                  <a:lnTo>
                    <a:pt x="3630323" y="0"/>
                  </a:lnTo>
                  <a:lnTo>
                    <a:pt x="3634457" y="967"/>
                  </a:lnTo>
                  <a:lnTo>
                    <a:pt x="3655814" y="16073"/>
                  </a:lnTo>
                  <a:lnTo>
                    <a:pt x="3670920" y="37430"/>
                  </a:lnTo>
                  <a:lnTo>
                    <a:pt x="3676649" y="61912"/>
                  </a:lnTo>
                  <a:lnTo>
                    <a:pt x="3676649" y="1262062"/>
                  </a:lnTo>
                  <a:lnTo>
                    <a:pt x="3670920" y="1286544"/>
                  </a:lnTo>
                  <a:lnTo>
                    <a:pt x="3655814" y="1307901"/>
                  </a:lnTo>
                  <a:lnTo>
                    <a:pt x="3634457" y="1323007"/>
                  </a:lnTo>
                  <a:lnTo>
                    <a:pt x="3609975" y="1328737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11007724" y="3197225"/>
            <a:ext cx="164973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59.5210%</a:t>
            </a:r>
            <a:endParaRPr sz="3000">
              <a:latin typeface="Segoe UI Semibold"/>
              <a:cs typeface="Segoe UI Semibold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4732000" y="2359025"/>
            <a:ext cx="2154555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9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20">
                <a:solidFill>
                  <a:srgbClr val="E6E6E6"/>
                </a:solidFill>
                <a:latin typeface="Tahoma"/>
                <a:cs typeface="Tahoma"/>
              </a:rPr>
              <a:t>F1-Socre</a:t>
            </a:r>
            <a:r>
              <a:rPr dirty="0" sz="1500" spc="-95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180">
                <a:solidFill>
                  <a:srgbClr val="E6E6E6"/>
                </a:solidFill>
                <a:latin typeface="Tahoma"/>
                <a:cs typeface="Tahoma"/>
              </a:rPr>
              <a:t>-</a:t>
            </a:r>
            <a:r>
              <a:rPr dirty="0" sz="1500" spc="-9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Threshold</a:t>
            </a:r>
            <a:r>
              <a:rPr dirty="0" sz="1500" spc="-95">
                <a:solidFill>
                  <a:srgbClr val="E6E6E6"/>
                </a:solidFill>
                <a:latin typeface="Tahoma"/>
                <a:cs typeface="Tahoma"/>
              </a:rPr>
              <a:t> 0.2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4735173" y="2743200"/>
            <a:ext cx="3505200" cy="1371600"/>
            <a:chOff x="14735173" y="2743200"/>
            <a:chExt cx="3505200" cy="1371600"/>
          </a:xfrm>
        </p:grpSpPr>
        <p:sp>
          <p:nvSpPr>
            <p:cNvPr id="40" name="object 40"/>
            <p:cNvSpPr/>
            <p:nvPr/>
          </p:nvSpPr>
          <p:spPr>
            <a:xfrm>
              <a:off x="14744698" y="2752724"/>
              <a:ext cx="3486150" cy="1352550"/>
            </a:xfrm>
            <a:custGeom>
              <a:avLst/>
              <a:gdLst/>
              <a:ahLst/>
              <a:cxnLst/>
              <a:rect l="l" t="t" r="r" b="b"/>
              <a:pathLst>
                <a:path w="3486150" h="1352550">
                  <a:moveTo>
                    <a:pt x="3409949" y="1352550"/>
                  </a:moveTo>
                  <a:lnTo>
                    <a:pt x="76199" y="1352549"/>
                  </a:lnTo>
                  <a:lnTo>
                    <a:pt x="23812" y="1328737"/>
                  </a:lnTo>
                  <a:lnTo>
                    <a:pt x="0" y="127634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409949" y="0"/>
                  </a:lnTo>
                  <a:lnTo>
                    <a:pt x="3437929" y="6548"/>
                  </a:lnTo>
                  <a:lnTo>
                    <a:pt x="3462336" y="23812"/>
                  </a:lnTo>
                  <a:lnTo>
                    <a:pt x="3479601" y="48220"/>
                  </a:lnTo>
                  <a:lnTo>
                    <a:pt x="3486149" y="76199"/>
                  </a:lnTo>
                  <a:lnTo>
                    <a:pt x="3486149" y="1276349"/>
                  </a:lnTo>
                  <a:lnTo>
                    <a:pt x="3479601" y="1304329"/>
                  </a:lnTo>
                  <a:lnTo>
                    <a:pt x="3462337" y="1328737"/>
                  </a:lnTo>
                  <a:lnTo>
                    <a:pt x="3437929" y="1346001"/>
                  </a:lnTo>
                  <a:lnTo>
                    <a:pt x="3409949" y="135255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14744698" y="2752724"/>
              <a:ext cx="3486150" cy="1352550"/>
            </a:xfrm>
            <a:custGeom>
              <a:avLst/>
              <a:gdLst/>
              <a:ahLst/>
              <a:cxnLst/>
              <a:rect l="l" t="t" r="r" b="b"/>
              <a:pathLst>
                <a:path w="3486150" h="1352550">
                  <a:moveTo>
                    <a:pt x="0" y="76200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409949" y="0"/>
                  </a:lnTo>
                  <a:lnTo>
                    <a:pt x="3462337" y="23812"/>
                  </a:lnTo>
                  <a:lnTo>
                    <a:pt x="3486149" y="76199"/>
                  </a:lnTo>
                  <a:lnTo>
                    <a:pt x="3486149" y="1276349"/>
                  </a:lnTo>
                  <a:lnTo>
                    <a:pt x="3479601" y="1304329"/>
                  </a:lnTo>
                  <a:lnTo>
                    <a:pt x="3462336" y="1328737"/>
                  </a:lnTo>
                  <a:lnTo>
                    <a:pt x="3437929" y="1346001"/>
                  </a:lnTo>
                  <a:lnTo>
                    <a:pt x="3409949" y="1352549"/>
                  </a:lnTo>
                  <a:lnTo>
                    <a:pt x="76199" y="1352549"/>
                  </a:lnTo>
                  <a:lnTo>
                    <a:pt x="23812" y="1328737"/>
                  </a:lnTo>
                  <a:lnTo>
                    <a:pt x="0" y="1276349"/>
                  </a:lnTo>
                  <a:lnTo>
                    <a:pt x="0" y="76200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4754223" y="2762249"/>
              <a:ext cx="3467100" cy="1329055"/>
            </a:xfrm>
            <a:custGeom>
              <a:avLst/>
              <a:gdLst/>
              <a:ahLst/>
              <a:cxnLst/>
              <a:rect l="l" t="t" r="r" b="b"/>
              <a:pathLst>
                <a:path w="3467100" h="1329054">
                  <a:moveTo>
                    <a:pt x="3400425" y="1328737"/>
                  </a:moveTo>
                  <a:lnTo>
                    <a:pt x="66675" y="1328737"/>
                  </a:lnTo>
                  <a:lnTo>
                    <a:pt x="42193" y="1323007"/>
                  </a:lnTo>
                  <a:lnTo>
                    <a:pt x="20836" y="1307901"/>
                  </a:lnTo>
                  <a:lnTo>
                    <a:pt x="5730" y="1286544"/>
                  </a:lnTo>
                  <a:lnTo>
                    <a:pt x="0" y="1262062"/>
                  </a:lnTo>
                  <a:lnTo>
                    <a:pt x="0" y="61912"/>
                  </a:lnTo>
                  <a:lnTo>
                    <a:pt x="5730" y="37430"/>
                  </a:lnTo>
                  <a:lnTo>
                    <a:pt x="20836" y="16073"/>
                  </a:lnTo>
                  <a:lnTo>
                    <a:pt x="42193" y="967"/>
                  </a:lnTo>
                  <a:lnTo>
                    <a:pt x="46326" y="0"/>
                  </a:lnTo>
                  <a:lnTo>
                    <a:pt x="3420773" y="0"/>
                  </a:lnTo>
                  <a:lnTo>
                    <a:pt x="3424907" y="967"/>
                  </a:lnTo>
                  <a:lnTo>
                    <a:pt x="3446264" y="16073"/>
                  </a:lnTo>
                  <a:lnTo>
                    <a:pt x="3461370" y="37430"/>
                  </a:lnTo>
                  <a:lnTo>
                    <a:pt x="3467099" y="61912"/>
                  </a:lnTo>
                  <a:lnTo>
                    <a:pt x="3467099" y="1262062"/>
                  </a:lnTo>
                  <a:lnTo>
                    <a:pt x="3461370" y="1286544"/>
                  </a:lnTo>
                  <a:lnTo>
                    <a:pt x="3446264" y="1307901"/>
                  </a:lnTo>
                  <a:lnTo>
                    <a:pt x="3424907" y="1323007"/>
                  </a:lnTo>
                  <a:lnTo>
                    <a:pt x="3400425" y="1328737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3" name="object 43"/>
          <p:cNvSpPr txBox="1"/>
          <p:nvPr/>
        </p:nvSpPr>
        <p:spPr>
          <a:xfrm>
            <a:off x="14893925" y="3197225"/>
            <a:ext cx="1519555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54.434%</a:t>
            </a:r>
            <a:endParaRPr sz="3000">
              <a:latin typeface="Segoe UI Semibold"/>
              <a:cs typeface="Segoe UI Semibold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940550" y="2359025"/>
            <a:ext cx="1899920" cy="254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395">
                <a:solidFill>
                  <a:srgbClr val="E6E6E6"/>
                </a:solidFill>
                <a:latin typeface="Tahoma"/>
                <a:cs typeface="Tahoma"/>
              </a:rPr>
              <a:t>%</a:t>
            </a:r>
            <a:r>
              <a:rPr dirty="0" sz="1500" spc="-9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35">
                <a:solidFill>
                  <a:srgbClr val="E6E6E6"/>
                </a:solidFill>
                <a:latin typeface="Tahoma"/>
                <a:cs typeface="Tahoma"/>
              </a:rPr>
              <a:t>Recall</a:t>
            </a:r>
            <a:r>
              <a:rPr dirty="0" sz="1500" spc="-9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180">
                <a:solidFill>
                  <a:srgbClr val="E6E6E6"/>
                </a:solidFill>
                <a:latin typeface="Tahoma"/>
                <a:cs typeface="Tahoma"/>
              </a:rPr>
              <a:t>-</a:t>
            </a:r>
            <a:r>
              <a:rPr dirty="0" sz="1500" spc="-9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60">
                <a:solidFill>
                  <a:srgbClr val="E6E6E6"/>
                </a:solidFill>
                <a:latin typeface="Tahoma"/>
                <a:cs typeface="Tahoma"/>
              </a:rPr>
              <a:t>Threshold</a:t>
            </a:r>
            <a:r>
              <a:rPr dirty="0" sz="1500" spc="-90">
                <a:solidFill>
                  <a:srgbClr val="E6E6E6"/>
                </a:solidFill>
                <a:latin typeface="Tahoma"/>
                <a:cs typeface="Tahoma"/>
              </a:rPr>
              <a:t> </a:t>
            </a:r>
            <a:r>
              <a:rPr dirty="0" sz="1500" spc="-95">
                <a:solidFill>
                  <a:srgbClr val="E6E6E6"/>
                </a:solidFill>
                <a:latin typeface="Tahoma"/>
                <a:cs typeface="Tahoma"/>
              </a:rPr>
              <a:t>0.2</a:t>
            </a:r>
            <a:endParaRPr sz="1500">
              <a:latin typeface="Tahoma"/>
              <a:cs typeface="Tahoma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943724" y="2743200"/>
            <a:ext cx="3714750" cy="1371600"/>
            <a:chOff x="6943724" y="2743200"/>
            <a:chExt cx="3714750" cy="1371600"/>
          </a:xfrm>
        </p:grpSpPr>
        <p:sp>
          <p:nvSpPr>
            <p:cNvPr id="46" name="object 46"/>
            <p:cNvSpPr/>
            <p:nvPr/>
          </p:nvSpPr>
          <p:spPr>
            <a:xfrm>
              <a:off x="6953249" y="2752724"/>
              <a:ext cx="3695700" cy="1352550"/>
            </a:xfrm>
            <a:custGeom>
              <a:avLst/>
              <a:gdLst/>
              <a:ahLst/>
              <a:cxnLst/>
              <a:rect l="l" t="t" r="r" b="b"/>
              <a:pathLst>
                <a:path w="3695700" h="1352550">
                  <a:moveTo>
                    <a:pt x="3619499" y="1352550"/>
                  </a:moveTo>
                  <a:lnTo>
                    <a:pt x="76199" y="1352549"/>
                  </a:lnTo>
                  <a:lnTo>
                    <a:pt x="23812" y="1328737"/>
                  </a:lnTo>
                  <a:lnTo>
                    <a:pt x="0" y="1276349"/>
                  </a:lnTo>
                  <a:lnTo>
                    <a:pt x="0" y="76199"/>
                  </a:lnTo>
                  <a:lnTo>
                    <a:pt x="23812" y="23812"/>
                  </a:lnTo>
                  <a:lnTo>
                    <a:pt x="76199" y="0"/>
                  </a:lnTo>
                  <a:lnTo>
                    <a:pt x="3619499" y="0"/>
                  </a:lnTo>
                  <a:lnTo>
                    <a:pt x="3647479" y="6548"/>
                  </a:lnTo>
                  <a:lnTo>
                    <a:pt x="3671887" y="23812"/>
                  </a:lnTo>
                  <a:lnTo>
                    <a:pt x="3689151" y="48220"/>
                  </a:lnTo>
                  <a:lnTo>
                    <a:pt x="3695699" y="76199"/>
                  </a:lnTo>
                  <a:lnTo>
                    <a:pt x="3695699" y="1276349"/>
                  </a:lnTo>
                  <a:lnTo>
                    <a:pt x="3689151" y="1304329"/>
                  </a:lnTo>
                  <a:lnTo>
                    <a:pt x="3671887" y="1328737"/>
                  </a:lnTo>
                  <a:lnTo>
                    <a:pt x="3647479" y="1346001"/>
                  </a:lnTo>
                  <a:lnTo>
                    <a:pt x="3619499" y="1352550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6953249" y="2752724"/>
              <a:ext cx="3695700" cy="1352550"/>
            </a:xfrm>
            <a:custGeom>
              <a:avLst/>
              <a:gdLst/>
              <a:ahLst/>
              <a:cxnLst/>
              <a:rect l="l" t="t" r="r" b="b"/>
              <a:pathLst>
                <a:path w="3695700" h="1352550">
                  <a:moveTo>
                    <a:pt x="0" y="76199"/>
                  </a:moveTo>
                  <a:lnTo>
                    <a:pt x="6548" y="48220"/>
                  </a:lnTo>
                  <a:lnTo>
                    <a:pt x="23812" y="23812"/>
                  </a:lnTo>
                  <a:lnTo>
                    <a:pt x="48220" y="6548"/>
                  </a:lnTo>
                  <a:lnTo>
                    <a:pt x="76199" y="0"/>
                  </a:lnTo>
                  <a:lnTo>
                    <a:pt x="3619499" y="0"/>
                  </a:lnTo>
                  <a:lnTo>
                    <a:pt x="3671887" y="23812"/>
                  </a:lnTo>
                  <a:lnTo>
                    <a:pt x="3695699" y="76199"/>
                  </a:lnTo>
                  <a:lnTo>
                    <a:pt x="3695699" y="1276349"/>
                  </a:lnTo>
                  <a:lnTo>
                    <a:pt x="3689151" y="1304329"/>
                  </a:lnTo>
                  <a:lnTo>
                    <a:pt x="3671887" y="1328737"/>
                  </a:lnTo>
                  <a:lnTo>
                    <a:pt x="3647479" y="1346001"/>
                  </a:lnTo>
                  <a:lnTo>
                    <a:pt x="3619499" y="1352549"/>
                  </a:lnTo>
                  <a:lnTo>
                    <a:pt x="76199" y="1352549"/>
                  </a:lnTo>
                  <a:lnTo>
                    <a:pt x="48220" y="1346001"/>
                  </a:lnTo>
                  <a:lnTo>
                    <a:pt x="23812" y="1328737"/>
                  </a:lnTo>
                  <a:lnTo>
                    <a:pt x="6548" y="1304329"/>
                  </a:lnTo>
                  <a:lnTo>
                    <a:pt x="0" y="1276349"/>
                  </a:lnTo>
                  <a:lnTo>
                    <a:pt x="0" y="76199"/>
                  </a:lnTo>
                </a:path>
              </a:pathLst>
            </a:custGeom>
            <a:ln w="19049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962774" y="2762249"/>
              <a:ext cx="3676650" cy="1329055"/>
            </a:xfrm>
            <a:custGeom>
              <a:avLst/>
              <a:gdLst/>
              <a:ahLst/>
              <a:cxnLst/>
              <a:rect l="l" t="t" r="r" b="b"/>
              <a:pathLst>
                <a:path w="3676650" h="1329054">
                  <a:moveTo>
                    <a:pt x="3609975" y="1328737"/>
                  </a:moveTo>
                  <a:lnTo>
                    <a:pt x="66675" y="1328737"/>
                  </a:lnTo>
                  <a:lnTo>
                    <a:pt x="42192" y="1323007"/>
                  </a:lnTo>
                  <a:lnTo>
                    <a:pt x="20836" y="1307901"/>
                  </a:lnTo>
                  <a:lnTo>
                    <a:pt x="5730" y="1286544"/>
                  </a:lnTo>
                  <a:lnTo>
                    <a:pt x="0" y="1262062"/>
                  </a:lnTo>
                  <a:lnTo>
                    <a:pt x="0" y="61912"/>
                  </a:lnTo>
                  <a:lnTo>
                    <a:pt x="5730" y="37430"/>
                  </a:lnTo>
                  <a:lnTo>
                    <a:pt x="20836" y="16073"/>
                  </a:lnTo>
                  <a:lnTo>
                    <a:pt x="42192" y="967"/>
                  </a:lnTo>
                  <a:lnTo>
                    <a:pt x="46326" y="0"/>
                  </a:lnTo>
                  <a:lnTo>
                    <a:pt x="3630323" y="0"/>
                  </a:lnTo>
                  <a:lnTo>
                    <a:pt x="3634457" y="967"/>
                  </a:lnTo>
                  <a:lnTo>
                    <a:pt x="3655814" y="16073"/>
                  </a:lnTo>
                  <a:lnTo>
                    <a:pt x="3670920" y="37430"/>
                  </a:lnTo>
                  <a:lnTo>
                    <a:pt x="3676649" y="61912"/>
                  </a:lnTo>
                  <a:lnTo>
                    <a:pt x="3676649" y="1262062"/>
                  </a:lnTo>
                  <a:lnTo>
                    <a:pt x="3670920" y="1286544"/>
                  </a:lnTo>
                  <a:lnTo>
                    <a:pt x="3655814" y="1307901"/>
                  </a:lnTo>
                  <a:lnTo>
                    <a:pt x="3634457" y="1323007"/>
                  </a:lnTo>
                  <a:lnTo>
                    <a:pt x="3609975" y="1328737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7102475" y="3197225"/>
            <a:ext cx="1650364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spc="-10" b="1">
                <a:solidFill>
                  <a:srgbClr val="F5F5F5"/>
                </a:solidFill>
                <a:latin typeface="Segoe UI Semibold"/>
                <a:cs typeface="Segoe UI Semibold"/>
              </a:rPr>
              <a:t>50.1476%</a:t>
            </a:r>
            <a:endParaRPr sz="3000">
              <a:latin typeface="Segoe UI Semibold"/>
              <a:cs typeface="Segoe UI Semibold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9344024" y="7400925"/>
            <a:ext cx="9172575" cy="2857500"/>
            <a:chOff x="9344024" y="7400925"/>
            <a:chExt cx="9172575" cy="2857500"/>
          </a:xfrm>
        </p:grpSpPr>
        <p:sp>
          <p:nvSpPr>
            <p:cNvPr id="51" name="object 51"/>
            <p:cNvSpPr/>
            <p:nvPr/>
          </p:nvSpPr>
          <p:spPr>
            <a:xfrm>
              <a:off x="9348786" y="7405687"/>
              <a:ext cx="9163050" cy="2847975"/>
            </a:xfrm>
            <a:custGeom>
              <a:avLst/>
              <a:gdLst/>
              <a:ahLst/>
              <a:cxnLst/>
              <a:rect l="l" t="t" r="r" b="b"/>
              <a:pathLst>
                <a:path w="9163050" h="2847975">
                  <a:moveTo>
                    <a:pt x="9096302" y="2847974"/>
                  </a:moveTo>
                  <a:lnTo>
                    <a:pt x="66746" y="2847974"/>
                  </a:lnTo>
                  <a:lnTo>
                    <a:pt x="62101" y="2847517"/>
                  </a:lnTo>
                  <a:lnTo>
                    <a:pt x="24240" y="2830367"/>
                  </a:lnTo>
                  <a:lnTo>
                    <a:pt x="2287" y="2795074"/>
                  </a:lnTo>
                  <a:lnTo>
                    <a:pt x="0" y="2781227"/>
                  </a:lnTo>
                  <a:lnTo>
                    <a:pt x="0" y="27765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9096302" y="0"/>
                  </a:lnTo>
                  <a:lnTo>
                    <a:pt x="9135199" y="14645"/>
                  </a:lnTo>
                  <a:lnTo>
                    <a:pt x="9159405" y="48433"/>
                  </a:lnTo>
                  <a:lnTo>
                    <a:pt x="9163049" y="66746"/>
                  </a:lnTo>
                  <a:lnTo>
                    <a:pt x="9163049" y="2781227"/>
                  </a:lnTo>
                  <a:lnTo>
                    <a:pt x="9148403" y="2820125"/>
                  </a:lnTo>
                  <a:lnTo>
                    <a:pt x="9114615" y="2844331"/>
                  </a:lnTo>
                  <a:lnTo>
                    <a:pt x="9100947" y="2847517"/>
                  </a:lnTo>
                  <a:lnTo>
                    <a:pt x="9096302" y="284797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9348786" y="7405687"/>
              <a:ext cx="9163050" cy="2847975"/>
            </a:xfrm>
            <a:custGeom>
              <a:avLst/>
              <a:gdLst/>
              <a:ahLst/>
              <a:cxnLst/>
              <a:rect l="l" t="t" r="r" b="b"/>
              <a:pathLst>
                <a:path w="9163050" h="2847975">
                  <a:moveTo>
                    <a:pt x="0" y="27765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091611" y="0"/>
                  </a:lnTo>
                  <a:lnTo>
                    <a:pt x="9096302" y="0"/>
                  </a:lnTo>
                  <a:lnTo>
                    <a:pt x="9100947" y="457"/>
                  </a:lnTo>
                  <a:lnTo>
                    <a:pt x="9105548" y="1372"/>
                  </a:lnTo>
                  <a:lnTo>
                    <a:pt x="9110148" y="2287"/>
                  </a:lnTo>
                  <a:lnTo>
                    <a:pt x="9114615" y="3642"/>
                  </a:lnTo>
                  <a:lnTo>
                    <a:pt x="9118948" y="5437"/>
                  </a:lnTo>
                  <a:lnTo>
                    <a:pt x="9123282" y="7232"/>
                  </a:lnTo>
                  <a:lnTo>
                    <a:pt x="9153615" y="35649"/>
                  </a:lnTo>
                  <a:lnTo>
                    <a:pt x="9157610" y="44099"/>
                  </a:lnTo>
                  <a:lnTo>
                    <a:pt x="9159405" y="48433"/>
                  </a:lnTo>
                  <a:lnTo>
                    <a:pt x="9160761" y="52900"/>
                  </a:lnTo>
                  <a:lnTo>
                    <a:pt x="9161676" y="57500"/>
                  </a:lnTo>
                  <a:lnTo>
                    <a:pt x="9162591" y="62101"/>
                  </a:lnTo>
                  <a:lnTo>
                    <a:pt x="9163049" y="66746"/>
                  </a:lnTo>
                  <a:lnTo>
                    <a:pt x="9163049" y="71437"/>
                  </a:lnTo>
                  <a:lnTo>
                    <a:pt x="9163049" y="2776537"/>
                  </a:lnTo>
                  <a:lnTo>
                    <a:pt x="9163049" y="2781227"/>
                  </a:lnTo>
                  <a:lnTo>
                    <a:pt x="9162591" y="2785873"/>
                  </a:lnTo>
                  <a:lnTo>
                    <a:pt x="9161676" y="2790473"/>
                  </a:lnTo>
                  <a:lnTo>
                    <a:pt x="9160761" y="2795074"/>
                  </a:lnTo>
                  <a:lnTo>
                    <a:pt x="9159405" y="2799541"/>
                  </a:lnTo>
                  <a:lnTo>
                    <a:pt x="9157610" y="2803874"/>
                  </a:lnTo>
                  <a:lnTo>
                    <a:pt x="9155815" y="2808208"/>
                  </a:lnTo>
                  <a:lnTo>
                    <a:pt x="9153615" y="2812325"/>
                  </a:lnTo>
                  <a:lnTo>
                    <a:pt x="9151009" y="2816225"/>
                  </a:lnTo>
                  <a:lnTo>
                    <a:pt x="9148403" y="2820125"/>
                  </a:lnTo>
                  <a:lnTo>
                    <a:pt x="9118948" y="2842536"/>
                  </a:lnTo>
                  <a:lnTo>
                    <a:pt x="9114615" y="2844331"/>
                  </a:lnTo>
                  <a:lnTo>
                    <a:pt x="9110148" y="2845686"/>
                  </a:lnTo>
                  <a:lnTo>
                    <a:pt x="9105548" y="2846601"/>
                  </a:lnTo>
                  <a:lnTo>
                    <a:pt x="9100947" y="2847517"/>
                  </a:lnTo>
                  <a:lnTo>
                    <a:pt x="9096302" y="2847974"/>
                  </a:lnTo>
                  <a:lnTo>
                    <a:pt x="9091611" y="2847974"/>
                  </a:lnTo>
                  <a:lnTo>
                    <a:pt x="71437" y="2847974"/>
                  </a:lnTo>
                  <a:lnTo>
                    <a:pt x="66746" y="2847974"/>
                  </a:lnTo>
                  <a:lnTo>
                    <a:pt x="62101" y="2847517"/>
                  </a:lnTo>
                  <a:lnTo>
                    <a:pt x="31748" y="2835935"/>
                  </a:lnTo>
                  <a:lnTo>
                    <a:pt x="27848" y="2833329"/>
                  </a:lnTo>
                  <a:lnTo>
                    <a:pt x="12039" y="2816225"/>
                  </a:lnTo>
                  <a:lnTo>
                    <a:pt x="9433" y="2812325"/>
                  </a:lnTo>
                  <a:lnTo>
                    <a:pt x="0" y="2781227"/>
                  </a:lnTo>
                  <a:lnTo>
                    <a:pt x="0" y="2776537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9515474" y="7543799"/>
              <a:ext cx="3810000" cy="352425"/>
            </a:xfrm>
            <a:custGeom>
              <a:avLst/>
              <a:gdLst/>
              <a:ahLst/>
              <a:cxnLst/>
              <a:rect l="l" t="t" r="r" b="b"/>
              <a:pathLst>
                <a:path w="3810000" h="352425">
                  <a:moveTo>
                    <a:pt x="3809999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3809999" y="0"/>
                  </a:lnTo>
                  <a:lnTo>
                    <a:pt x="3809999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9515474" y="7886699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09999" y="0"/>
                  </a:lnTo>
                  <a:lnTo>
                    <a:pt x="38099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9550399" y="7578725"/>
            <a:ext cx="40386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Model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3325475" y="7543800"/>
            <a:ext cx="3038475" cy="352425"/>
            <a:chOff x="13325475" y="7543800"/>
            <a:chExt cx="3038475" cy="352425"/>
          </a:xfrm>
        </p:grpSpPr>
        <p:sp>
          <p:nvSpPr>
            <p:cNvPr id="57" name="object 57"/>
            <p:cNvSpPr/>
            <p:nvPr/>
          </p:nvSpPr>
          <p:spPr>
            <a:xfrm>
              <a:off x="13325475" y="7543800"/>
              <a:ext cx="3038475" cy="352425"/>
            </a:xfrm>
            <a:custGeom>
              <a:avLst/>
              <a:gdLst/>
              <a:ahLst/>
              <a:cxnLst/>
              <a:rect l="l" t="t" r="r" b="b"/>
              <a:pathLst>
                <a:path w="3038475" h="352425">
                  <a:moveTo>
                    <a:pt x="303847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3038474" y="0"/>
                  </a:lnTo>
                  <a:lnTo>
                    <a:pt x="3038474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3325475" y="7886699"/>
              <a:ext cx="3038475" cy="9525"/>
            </a:xfrm>
            <a:custGeom>
              <a:avLst/>
              <a:gdLst/>
              <a:ahLst/>
              <a:cxnLst/>
              <a:rect l="l" t="t" r="r" b="b"/>
              <a:pathLst>
                <a:path w="3038475" h="9525">
                  <a:moveTo>
                    <a:pt x="0" y="0"/>
                  </a:moveTo>
                  <a:lnTo>
                    <a:pt x="3038474" y="0"/>
                  </a:lnTo>
                  <a:lnTo>
                    <a:pt x="30384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13360400" y="7578725"/>
            <a:ext cx="1196975" cy="301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%Average_Precision</a:t>
            </a: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dirty="0" sz="750" spc="-50">
                <a:solidFill>
                  <a:srgbClr val="F5F5F5"/>
                </a:solidFill>
                <a:latin typeface="Segoe UI Symbol"/>
                <a:cs typeface="Segoe UI Symbol"/>
              </a:rPr>
              <a:t></a:t>
            </a:r>
            <a:endParaRPr sz="750">
              <a:latin typeface="Segoe UI Symbol"/>
              <a:cs typeface="Segoe UI Symbo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16363948" y="7543800"/>
            <a:ext cx="1971675" cy="352425"/>
            <a:chOff x="16363948" y="7543800"/>
            <a:chExt cx="1971675" cy="352425"/>
          </a:xfrm>
        </p:grpSpPr>
        <p:sp>
          <p:nvSpPr>
            <p:cNvPr id="61" name="object 61"/>
            <p:cNvSpPr/>
            <p:nvPr/>
          </p:nvSpPr>
          <p:spPr>
            <a:xfrm>
              <a:off x="16363948" y="7543800"/>
              <a:ext cx="1971675" cy="352425"/>
            </a:xfrm>
            <a:custGeom>
              <a:avLst/>
              <a:gdLst/>
              <a:ahLst/>
              <a:cxnLst/>
              <a:rect l="l" t="t" r="r" b="b"/>
              <a:pathLst>
                <a:path w="1971675" h="352425">
                  <a:moveTo>
                    <a:pt x="197167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1971674" y="0"/>
                  </a:lnTo>
                  <a:lnTo>
                    <a:pt x="1971674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16363948" y="7886699"/>
              <a:ext cx="1971675" cy="9525"/>
            </a:xfrm>
            <a:custGeom>
              <a:avLst/>
              <a:gdLst/>
              <a:ahLst/>
              <a:cxnLst/>
              <a:rect l="l" t="t" r="r" b="b"/>
              <a:pathLst>
                <a:path w="1971675" h="9525">
                  <a:moveTo>
                    <a:pt x="0" y="0"/>
                  </a:moveTo>
                  <a:lnTo>
                    <a:pt x="1971674" y="0"/>
                  </a:lnTo>
                  <a:lnTo>
                    <a:pt x="19716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3" name="object 63"/>
          <p:cNvSpPr txBox="1"/>
          <p:nvPr/>
        </p:nvSpPr>
        <p:spPr>
          <a:xfrm>
            <a:off x="16398875" y="7578725"/>
            <a:ext cx="74612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5F5F5"/>
                </a:solidFill>
                <a:latin typeface="Segoe UI"/>
                <a:cs typeface="Segoe UI"/>
              </a:rPr>
              <a:t>%</a:t>
            </a: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 ROC_AUC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9515475" y="8210549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09999" y="0"/>
                </a:lnTo>
                <a:lnTo>
                  <a:pt x="3809999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DFDFD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9515474" y="7896225"/>
            <a:ext cx="3810000" cy="323850"/>
          </a:xfrm>
          <a:prstGeom prst="rect">
            <a:avLst/>
          </a:prstGeom>
          <a:solidFill>
            <a:srgbClr val="006A37"/>
          </a:solidFill>
        </p:spPr>
        <p:txBody>
          <a:bodyPr wrap="square" lIns="0" tIns="50800" rIns="0" bIns="0" rtlCol="0" vert="horz">
            <a:spAutoFit/>
          </a:bodyPr>
          <a:lstStyle/>
          <a:p>
            <a:pPr marL="47625">
              <a:lnSpc>
                <a:spcPct val="100000"/>
              </a:lnSpc>
              <a:spcBef>
                <a:spcPts val="400"/>
              </a:spcBef>
            </a:pP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LightGBM</a:t>
            </a:r>
            <a:r>
              <a:rPr dirty="0" sz="1400" spc="-50">
                <a:solidFill>
                  <a:srgbClr val="F5F5F5"/>
                </a:solidFill>
                <a:latin typeface="Segoe UI"/>
                <a:cs typeface="Segoe UI"/>
              </a:rPr>
              <a:t> </a:t>
            </a: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Tuned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13325475" y="7896225"/>
            <a:ext cx="3038475" cy="323850"/>
            <a:chOff x="13325475" y="7896225"/>
            <a:chExt cx="3038475" cy="323850"/>
          </a:xfrm>
        </p:grpSpPr>
        <p:sp>
          <p:nvSpPr>
            <p:cNvPr id="67" name="object 67"/>
            <p:cNvSpPr/>
            <p:nvPr/>
          </p:nvSpPr>
          <p:spPr>
            <a:xfrm>
              <a:off x="13325475" y="7896225"/>
              <a:ext cx="3038475" cy="323850"/>
            </a:xfrm>
            <a:custGeom>
              <a:avLst/>
              <a:gdLst/>
              <a:ahLst/>
              <a:cxnLst/>
              <a:rect l="l" t="t" r="r" b="b"/>
              <a:pathLst>
                <a:path w="3038475" h="323850">
                  <a:moveTo>
                    <a:pt x="30384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3038474" y="0"/>
                  </a:lnTo>
                  <a:lnTo>
                    <a:pt x="30384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13325475" y="8210549"/>
              <a:ext cx="3038475" cy="9525"/>
            </a:xfrm>
            <a:custGeom>
              <a:avLst/>
              <a:gdLst/>
              <a:ahLst/>
              <a:cxnLst/>
              <a:rect l="l" t="t" r="r" b="b"/>
              <a:pathLst>
                <a:path w="3038475" h="9525">
                  <a:moveTo>
                    <a:pt x="0" y="0"/>
                  </a:moveTo>
                  <a:lnTo>
                    <a:pt x="3038474" y="0"/>
                  </a:lnTo>
                  <a:lnTo>
                    <a:pt x="30384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9" name="object 69"/>
          <p:cNvSpPr txBox="1"/>
          <p:nvPr/>
        </p:nvSpPr>
        <p:spPr>
          <a:xfrm>
            <a:off x="15786000" y="7934387"/>
            <a:ext cx="543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0.5717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6363948" y="7896225"/>
            <a:ext cx="1971675" cy="323850"/>
            <a:chOff x="16363948" y="7896225"/>
            <a:chExt cx="1971675" cy="323850"/>
          </a:xfrm>
        </p:grpSpPr>
        <p:sp>
          <p:nvSpPr>
            <p:cNvPr id="71" name="object 71"/>
            <p:cNvSpPr/>
            <p:nvPr/>
          </p:nvSpPr>
          <p:spPr>
            <a:xfrm>
              <a:off x="16363948" y="7896225"/>
              <a:ext cx="1971675" cy="323850"/>
            </a:xfrm>
            <a:custGeom>
              <a:avLst/>
              <a:gdLst/>
              <a:ahLst/>
              <a:cxnLst/>
              <a:rect l="l" t="t" r="r" b="b"/>
              <a:pathLst>
                <a:path w="1971675" h="323850">
                  <a:moveTo>
                    <a:pt x="19716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971674" y="0"/>
                  </a:lnTo>
                  <a:lnTo>
                    <a:pt x="19716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6363948" y="8210549"/>
              <a:ext cx="1971675" cy="9525"/>
            </a:xfrm>
            <a:custGeom>
              <a:avLst/>
              <a:gdLst/>
              <a:ahLst/>
              <a:cxnLst/>
              <a:rect l="l" t="t" r="r" b="b"/>
              <a:pathLst>
                <a:path w="1971675" h="9525">
                  <a:moveTo>
                    <a:pt x="0" y="0"/>
                  </a:moveTo>
                  <a:lnTo>
                    <a:pt x="1971674" y="0"/>
                  </a:lnTo>
                  <a:lnTo>
                    <a:pt x="19716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3" name="object 73"/>
          <p:cNvSpPr txBox="1"/>
          <p:nvPr/>
        </p:nvSpPr>
        <p:spPr>
          <a:xfrm>
            <a:off x="17757675" y="7934387"/>
            <a:ext cx="543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0.9181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9515474" y="8220075"/>
            <a:ext cx="3810000" cy="323850"/>
            <a:chOff x="9515474" y="8220075"/>
            <a:chExt cx="3810000" cy="323850"/>
          </a:xfrm>
        </p:grpSpPr>
        <p:sp>
          <p:nvSpPr>
            <p:cNvPr id="75" name="object 75"/>
            <p:cNvSpPr/>
            <p:nvPr/>
          </p:nvSpPr>
          <p:spPr>
            <a:xfrm>
              <a:off x="9515474" y="8220075"/>
              <a:ext cx="3810000" cy="323850"/>
            </a:xfrm>
            <a:custGeom>
              <a:avLst/>
              <a:gdLst/>
              <a:ahLst/>
              <a:cxnLst/>
              <a:rect l="l" t="t" r="r" b="b"/>
              <a:pathLst>
                <a:path w="3810000" h="323850">
                  <a:moveTo>
                    <a:pt x="380999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3809999" y="0"/>
                  </a:lnTo>
                  <a:lnTo>
                    <a:pt x="380999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9515474" y="8534399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09999" y="0"/>
                  </a:lnTo>
                  <a:lnTo>
                    <a:pt x="38099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9550399" y="8258237"/>
            <a:ext cx="8013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LightGBM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13325475" y="8220075"/>
            <a:ext cx="3038475" cy="323850"/>
            <a:chOff x="13325475" y="8220075"/>
            <a:chExt cx="3038475" cy="323850"/>
          </a:xfrm>
        </p:grpSpPr>
        <p:sp>
          <p:nvSpPr>
            <p:cNvPr id="79" name="object 79"/>
            <p:cNvSpPr/>
            <p:nvPr/>
          </p:nvSpPr>
          <p:spPr>
            <a:xfrm>
              <a:off x="13325475" y="8220075"/>
              <a:ext cx="3038475" cy="323850"/>
            </a:xfrm>
            <a:custGeom>
              <a:avLst/>
              <a:gdLst/>
              <a:ahLst/>
              <a:cxnLst/>
              <a:rect l="l" t="t" r="r" b="b"/>
              <a:pathLst>
                <a:path w="3038475" h="323850">
                  <a:moveTo>
                    <a:pt x="30384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3038474" y="0"/>
                  </a:lnTo>
                  <a:lnTo>
                    <a:pt x="30384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13325475" y="8534399"/>
              <a:ext cx="3038475" cy="9525"/>
            </a:xfrm>
            <a:custGeom>
              <a:avLst/>
              <a:gdLst/>
              <a:ahLst/>
              <a:cxnLst/>
              <a:rect l="l" t="t" r="r" b="b"/>
              <a:pathLst>
                <a:path w="3038475" h="9525">
                  <a:moveTo>
                    <a:pt x="0" y="0"/>
                  </a:moveTo>
                  <a:lnTo>
                    <a:pt x="3038474" y="0"/>
                  </a:lnTo>
                  <a:lnTo>
                    <a:pt x="30384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1" name="object 81"/>
          <p:cNvSpPr txBox="1"/>
          <p:nvPr/>
        </p:nvSpPr>
        <p:spPr>
          <a:xfrm>
            <a:off x="15786000" y="8258237"/>
            <a:ext cx="543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0.5615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6363948" y="8220075"/>
            <a:ext cx="1971675" cy="323850"/>
            <a:chOff x="16363948" y="8220075"/>
            <a:chExt cx="1971675" cy="323850"/>
          </a:xfrm>
        </p:grpSpPr>
        <p:sp>
          <p:nvSpPr>
            <p:cNvPr id="83" name="object 83"/>
            <p:cNvSpPr/>
            <p:nvPr/>
          </p:nvSpPr>
          <p:spPr>
            <a:xfrm>
              <a:off x="16363948" y="8220075"/>
              <a:ext cx="1971675" cy="323850"/>
            </a:xfrm>
            <a:custGeom>
              <a:avLst/>
              <a:gdLst/>
              <a:ahLst/>
              <a:cxnLst/>
              <a:rect l="l" t="t" r="r" b="b"/>
              <a:pathLst>
                <a:path w="1971675" h="323850">
                  <a:moveTo>
                    <a:pt x="19716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971674" y="0"/>
                  </a:lnTo>
                  <a:lnTo>
                    <a:pt x="19716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6363948" y="8534399"/>
              <a:ext cx="1971675" cy="9525"/>
            </a:xfrm>
            <a:custGeom>
              <a:avLst/>
              <a:gdLst/>
              <a:ahLst/>
              <a:cxnLst/>
              <a:rect l="l" t="t" r="r" b="b"/>
              <a:pathLst>
                <a:path w="1971675" h="9525">
                  <a:moveTo>
                    <a:pt x="0" y="0"/>
                  </a:moveTo>
                  <a:lnTo>
                    <a:pt x="1971674" y="0"/>
                  </a:lnTo>
                  <a:lnTo>
                    <a:pt x="19716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5" name="object 85"/>
          <p:cNvSpPr txBox="1"/>
          <p:nvPr/>
        </p:nvSpPr>
        <p:spPr>
          <a:xfrm>
            <a:off x="17757675" y="8258237"/>
            <a:ext cx="543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0.9117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9515474" y="8543924"/>
            <a:ext cx="3810000" cy="323850"/>
            <a:chOff x="9515474" y="8543924"/>
            <a:chExt cx="3810000" cy="323850"/>
          </a:xfrm>
        </p:grpSpPr>
        <p:sp>
          <p:nvSpPr>
            <p:cNvPr id="87" name="object 87"/>
            <p:cNvSpPr/>
            <p:nvPr/>
          </p:nvSpPr>
          <p:spPr>
            <a:xfrm>
              <a:off x="9515474" y="8543924"/>
              <a:ext cx="3810000" cy="323850"/>
            </a:xfrm>
            <a:custGeom>
              <a:avLst/>
              <a:gdLst/>
              <a:ahLst/>
              <a:cxnLst/>
              <a:rect l="l" t="t" r="r" b="b"/>
              <a:pathLst>
                <a:path w="3810000" h="323850">
                  <a:moveTo>
                    <a:pt x="380999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3809999" y="0"/>
                  </a:lnTo>
                  <a:lnTo>
                    <a:pt x="380999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9515474" y="8858249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09999" y="0"/>
                  </a:lnTo>
                  <a:lnTo>
                    <a:pt x="38099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9550399" y="8582087"/>
            <a:ext cx="7321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CatBoost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90" name="object 90"/>
          <p:cNvGrpSpPr/>
          <p:nvPr/>
        </p:nvGrpSpPr>
        <p:grpSpPr>
          <a:xfrm>
            <a:off x="13325475" y="8543924"/>
            <a:ext cx="3038475" cy="323850"/>
            <a:chOff x="13325475" y="8543924"/>
            <a:chExt cx="3038475" cy="323850"/>
          </a:xfrm>
        </p:grpSpPr>
        <p:sp>
          <p:nvSpPr>
            <p:cNvPr id="91" name="object 91"/>
            <p:cNvSpPr/>
            <p:nvPr/>
          </p:nvSpPr>
          <p:spPr>
            <a:xfrm>
              <a:off x="13325475" y="8543924"/>
              <a:ext cx="3038475" cy="323850"/>
            </a:xfrm>
            <a:custGeom>
              <a:avLst/>
              <a:gdLst/>
              <a:ahLst/>
              <a:cxnLst/>
              <a:rect l="l" t="t" r="r" b="b"/>
              <a:pathLst>
                <a:path w="3038475" h="323850">
                  <a:moveTo>
                    <a:pt x="30384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3038474" y="0"/>
                  </a:lnTo>
                  <a:lnTo>
                    <a:pt x="30384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2" name="object 92"/>
            <p:cNvSpPr/>
            <p:nvPr/>
          </p:nvSpPr>
          <p:spPr>
            <a:xfrm>
              <a:off x="13325475" y="8858249"/>
              <a:ext cx="3038475" cy="9525"/>
            </a:xfrm>
            <a:custGeom>
              <a:avLst/>
              <a:gdLst/>
              <a:ahLst/>
              <a:cxnLst/>
              <a:rect l="l" t="t" r="r" b="b"/>
              <a:pathLst>
                <a:path w="3038475" h="9525">
                  <a:moveTo>
                    <a:pt x="0" y="0"/>
                  </a:moveTo>
                  <a:lnTo>
                    <a:pt x="3038474" y="0"/>
                  </a:lnTo>
                  <a:lnTo>
                    <a:pt x="30384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3" name="object 93"/>
          <p:cNvSpPr txBox="1"/>
          <p:nvPr/>
        </p:nvSpPr>
        <p:spPr>
          <a:xfrm>
            <a:off x="15786000" y="8582087"/>
            <a:ext cx="543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0.5562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94" name="object 94"/>
          <p:cNvGrpSpPr/>
          <p:nvPr/>
        </p:nvGrpSpPr>
        <p:grpSpPr>
          <a:xfrm>
            <a:off x="16363948" y="8543924"/>
            <a:ext cx="1971675" cy="323850"/>
            <a:chOff x="16363948" y="8543924"/>
            <a:chExt cx="1971675" cy="323850"/>
          </a:xfrm>
        </p:grpSpPr>
        <p:sp>
          <p:nvSpPr>
            <p:cNvPr id="95" name="object 95"/>
            <p:cNvSpPr/>
            <p:nvPr/>
          </p:nvSpPr>
          <p:spPr>
            <a:xfrm>
              <a:off x="16363948" y="8543924"/>
              <a:ext cx="1971675" cy="323850"/>
            </a:xfrm>
            <a:custGeom>
              <a:avLst/>
              <a:gdLst/>
              <a:ahLst/>
              <a:cxnLst/>
              <a:rect l="l" t="t" r="r" b="b"/>
              <a:pathLst>
                <a:path w="1971675" h="323850">
                  <a:moveTo>
                    <a:pt x="19716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971674" y="0"/>
                  </a:lnTo>
                  <a:lnTo>
                    <a:pt x="19716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6363948" y="8858249"/>
              <a:ext cx="1971675" cy="9525"/>
            </a:xfrm>
            <a:custGeom>
              <a:avLst/>
              <a:gdLst/>
              <a:ahLst/>
              <a:cxnLst/>
              <a:rect l="l" t="t" r="r" b="b"/>
              <a:pathLst>
                <a:path w="1971675" h="9525">
                  <a:moveTo>
                    <a:pt x="0" y="0"/>
                  </a:moveTo>
                  <a:lnTo>
                    <a:pt x="1971674" y="0"/>
                  </a:lnTo>
                  <a:lnTo>
                    <a:pt x="19716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7" name="object 97"/>
          <p:cNvSpPr txBox="1"/>
          <p:nvPr/>
        </p:nvSpPr>
        <p:spPr>
          <a:xfrm>
            <a:off x="17757675" y="8582087"/>
            <a:ext cx="543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0.9007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9515474" y="8867774"/>
            <a:ext cx="3810000" cy="323850"/>
            <a:chOff x="9515474" y="8867774"/>
            <a:chExt cx="3810000" cy="323850"/>
          </a:xfrm>
        </p:grpSpPr>
        <p:sp>
          <p:nvSpPr>
            <p:cNvPr id="99" name="object 99"/>
            <p:cNvSpPr/>
            <p:nvPr/>
          </p:nvSpPr>
          <p:spPr>
            <a:xfrm>
              <a:off x="9515474" y="8867774"/>
              <a:ext cx="3810000" cy="323850"/>
            </a:xfrm>
            <a:custGeom>
              <a:avLst/>
              <a:gdLst/>
              <a:ahLst/>
              <a:cxnLst/>
              <a:rect l="l" t="t" r="r" b="b"/>
              <a:pathLst>
                <a:path w="3810000" h="323850">
                  <a:moveTo>
                    <a:pt x="380999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3809999" y="0"/>
                  </a:lnTo>
                  <a:lnTo>
                    <a:pt x="380999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9515474" y="9182099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09999" y="0"/>
                  </a:lnTo>
                  <a:lnTo>
                    <a:pt x="38099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1" name="object 101"/>
          <p:cNvSpPr txBox="1"/>
          <p:nvPr/>
        </p:nvSpPr>
        <p:spPr>
          <a:xfrm>
            <a:off x="9550399" y="8905937"/>
            <a:ext cx="15227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Logistic</a:t>
            </a:r>
            <a:r>
              <a:rPr dirty="0" sz="1400" spc="-50">
                <a:solidFill>
                  <a:srgbClr val="F5F5F5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Regression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13325475" y="8867774"/>
            <a:ext cx="3038475" cy="323850"/>
            <a:chOff x="13325475" y="8867774"/>
            <a:chExt cx="3038475" cy="323850"/>
          </a:xfrm>
        </p:grpSpPr>
        <p:sp>
          <p:nvSpPr>
            <p:cNvPr id="103" name="object 103"/>
            <p:cNvSpPr/>
            <p:nvPr/>
          </p:nvSpPr>
          <p:spPr>
            <a:xfrm>
              <a:off x="13325475" y="8867774"/>
              <a:ext cx="3038475" cy="323850"/>
            </a:xfrm>
            <a:custGeom>
              <a:avLst/>
              <a:gdLst/>
              <a:ahLst/>
              <a:cxnLst/>
              <a:rect l="l" t="t" r="r" b="b"/>
              <a:pathLst>
                <a:path w="3038475" h="323850">
                  <a:moveTo>
                    <a:pt x="30384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3038474" y="0"/>
                  </a:lnTo>
                  <a:lnTo>
                    <a:pt x="30384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3325475" y="9182099"/>
              <a:ext cx="3038475" cy="9525"/>
            </a:xfrm>
            <a:custGeom>
              <a:avLst/>
              <a:gdLst/>
              <a:ahLst/>
              <a:cxnLst/>
              <a:rect l="l" t="t" r="r" b="b"/>
              <a:pathLst>
                <a:path w="3038475" h="9525">
                  <a:moveTo>
                    <a:pt x="0" y="0"/>
                  </a:moveTo>
                  <a:lnTo>
                    <a:pt x="3038474" y="0"/>
                  </a:lnTo>
                  <a:lnTo>
                    <a:pt x="30384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 txBox="1"/>
          <p:nvPr/>
        </p:nvSpPr>
        <p:spPr>
          <a:xfrm>
            <a:off x="15786000" y="8905937"/>
            <a:ext cx="543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0.1840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06" name="object 106"/>
          <p:cNvGrpSpPr/>
          <p:nvPr/>
        </p:nvGrpSpPr>
        <p:grpSpPr>
          <a:xfrm>
            <a:off x="16363948" y="8867774"/>
            <a:ext cx="1971675" cy="323850"/>
            <a:chOff x="16363948" y="8867774"/>
            <a:chExt cx="1971675" cy="323850"/>
          </a:xfrm>
        </p:grpSpPr>
        <p:sp>
          <p:nvSpPr>
            <p:cNvPr id="107" name="object 107"/>
            <p:cNvSpPr/>
            <p:nvPr/>
          </p:nvSpPr>
          <p:spPr>
            <a:xfrm>
              <a:off x="16363948" y="8867774"/>
              <a:ext cx="1971675" cy="323850"/>
            </a:xfrm>
            <a:custGeom>
              <a:avLst/>
              <a:gdLst/>
              <a:ahLst/>
              <a:cxnLst/>
              <a:rect l="l" t="t" r="r" b="b"/>
              <a:pathLst>
                <a:path w="1971675" h="323850">
                  <a:moveTo>
                    <a:pt x="19716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971674" y="0"/>
                  </a:lnTo>
                  <a:lnTo>
                    <a:pt x="19716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6363948" y="9182099"/>
              <a:ext cx="1971675" cy="9525"/>
            </a:xfrm>
            <a:custGeom>
              <a:avLst/>
              <a:gdLst/>
              <a:ahLst/>
              <a:cxnLst/>
              <a:rect l="l" t="t" r="r" b="b"/>
              <a:pathLst>
                <a:path w="1971675" h="9525">
                  <a:moveTo>
                    <a:pt x="0" y="0"/>
                  </a:moveTo>
                  <a:lnTo>
                    <a:pt x="1971674" y="0"/>
                  </a:lnTo>
                  <a:lnTo>
                    <a:pt x="19716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9" name="object 109"/>
          <p:cNvSpPr txBox="1"/>
          <p:nvPr/>
        </p:nvSpPr>
        <p:spPr>
          <a:xfrm>
            <a:off x="17757675" y="8905937"/>
            <a:ext cx="543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0.8338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10" name="object 110"/>
          <p:cNvSpPr/>
          <p:nvPr/>
        </p:nvSpPr>
        <p:spPr>
          <a:xfrm>
            <a:off x="9515474" y="9191624"/>
            <a:ext cx="3810000" cy="314325"/>
          </a:xfrm>
          <a:custGeom>
            <a:avLst/>
            <a:gdLst/>
            <a:ahLst/>
            <a:cxnLst/>
            <a:rect l="l" t="t" r="r" b="b"/>
            <a:pathLst>
              <a:path w="3810000" h="314325">
                <a:moveTo>
                  <a:pt x="3809999" y="314324"/>
                </a:moveTo>
                <a:lnTo>
                  <a:pt x="0" y="314324"/>
                </a:lnTo>
                <a:lnTo>
                  <a:pt x="0" y="0"/>
                </a:lnTo>
                <a:lnTo>
                  <a:pt x="3809999" y="0"/>
                </a:lnTo>
                <a:lnTo>
                  <a:pt x="3809999" y="314324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 txBox="1"/>
          <p:nvPr/>
        </p:nvSpPr>
        <p:spPr>
          <a:xfrm>
            <a:off x="9550399" y="9229787"/>
            <a:ext cx="133223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Dummy</a:t>
            </a:r>
            <a:r>
              <a:rPr dirty="0" sz="1400" spc="-15">
                <a:solidFill>
                  <a:srgbClr val="F5F5F5"/>
                </a:solidFill>
                <a:latin typeface="Segoe UI"/>
                <a:cs typeface="Segoe UI"/>
              </a:rPr>
              <a:t> 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Baseline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12" name="object 112"/>
          <p:cNvSpPr/>
          <p:nvPr/>
        </p:nvSpPr>
        <p:spPr>
          <a:xfrm>
            <a:off x="13325475" y="9191624"/>
            <a:ext cx="3038475" cy="314325"/>
          </a:xfrm>
          <a:custGeom>
            <a:avLst/>
            <a:gdLst/>
            <a:ahLst/>
            <a:cxnLst/>
            <a:rect l="l" t="t" r="r" b="b"/>
            <a:pathLst>
              <a:path w="3038475" h="314325">
                <a:moveTo>
                  <a:pt x="3038474" y="314324"/>
                </a:moveTo>
                <a:lnTo>
                  <a:pt x="0" y="314324"/>
                </a:lnTo>
                <a:lnTo>
                  <a:pt x="0" y="0"/>
                </a:lnTo>
                <a:lnTo>
                  <a:pt x="3038474" y="0"/>
                </a:lnTo>
                <a:lnTo>
                  <a:pt x="3038474" y="314324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 txBox="1"/>
          <p:nvPr/>
        </p:nvSpPr>
        <p:spPr>
          <a:xfrm>
            <a:off x="15786000" y="9229787"/>
            <a:ext cx="543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0.0344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114" name="object 114"/>
          <p:cNvSpPr/>
          <p:nvPr/>
        </p:nvSpPr>
        <p:spPr>
          <a:xfrm>
            <a:off x="16363948" y="9191624"/>
            <a:ext cx="1971675" cy="314325"/>
          </a:xfrm>
          <a:custGeom>
            <a:avLst/>
            <a:gdLst/>
            <a:ahLst/>
            <a:cxnLst/>
            <a:rect l="l" t="t" r="r" b="b"/>
            <a:pathLst>
              <a:path w="1971675" h="314325">
                <a:moveTo>
                  <a:pt x="1971674" y="314324"/>
                </a:moveTo>
                <a:lnTo>
                  <a:pt x="0" y="314324"/>
                </a:lnTo>
                <a:lnTo>
                  <a:pt x="0" y="0"/>
                </a:lnTo>
                <a:lnTo>
                  <a:pt x="1971674" y="0"/>
                </a:lnTo>
                <a:lnTo>
                  <a:pt x="1971674" y="314324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 txBox="1"/>
          <p:nvPr/>
        </p:nvSpPr>
        <p:spPr>
          <a:xfrm>
            <a:off x="17757675" y="9229787"/>
            <a:ext cx="5435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0.5000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16" name="object 116"/>
          <p:cNvGrpSpPr/>
          <p:nvPr/>
        </p:nvGrpSpPr>
        <p:grpSpPr>
          <a:xfrm>
            <a:off x="9344024" y="4362450"/>
            <a:ext cx="9172575" cy="2867025"/>
            <a:chOff x="9344024" y="4362450"/>
            <a:chExt cx="9172575" cy="2867025"/>
          </a:xfrm>
        </p:grpSpPr>
        <p:sp>
          <p:nvSpPr>
            <p:cNvPr id="117" name="object 117"/>
            <p:cNvSpPr/>
            <p:nvPr/>
          </p:nvSpPr>
          <p:spPr>
            <a:xfrm>
              <a:off x="9348786" y="4367212"/>
              <a:ext cx="9163050" cy="2857500"/>
            </a:xfrm>
            <a:custGeom>
              <a:avLst/>
              <a:gdLst/>
              <a:ahLst/>
              <a:cxnLst/>
              <a:rect l="l" t="t" r="r" b="b"/>
              <a:pathLst>
                <a:path w="9163050" h="2857500">
                  <a:moveTo>
                    <a:pt x="9096302" y="2857499"/>
                  </a:moveTo>
                  <a:lnTo>
                    <a:pt x="66746" y="2857499"/>
                  </a:lnTo>
                  <a:lnTo>
                    <a:pt x="62101" y="2857041"/>
                  </a:lnTo>
                  <a:lnTo>
                    <a:pt x="24240" y="2839892"/>
                  </a:lnTo>
                  <a:lnTo>
                    <a:pt x="2287" y="2804599"/>
                  </a:lnTo>
                  <a:lnTo>
                    <a:pt x="0" y="2790752"/>
                  </a:lnTo>
                  <a:lnTo>
                    <a:pt x="0" y="27860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9096302" y="0"/>
                  </a:lnTo>
                  <a:lnTo>
                    <a:pt x="9135199" y="14645"/>
                  </a:lnTo>
                  <a:lnTo>
                    <a:pt x="9159405" y="48433"/>
                  </a:lnTo>
                  <a:lnTo>
                    <a:pt x="9163049" y="66746"/>
                  </a:lnTo>
                  <a:lnTo>
                    <a:pt x="9163049" y="2790752"/>
                  </a:lnTo>
                  <a:lnTo>
                    <a:pt x="9148403" y="2829650"/>
                  </a:lnTo>
                  <a:lnTo>
                    <a:pt x="9114615" y="2853856"/>
                  </a:lnTo>
                  <a:lnTo>
                    <a:pt x="9100947" y="2857041"/>
                  </a:lnTo>
                  <a:lnTo>
                    <a:pt x="9096302" y="285749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8" name="object 118"/>
            <p:cNvSpPr/>
            <p:nvPr/>
          </p:nvSpPr>
          <p:spPr>
            <a:xfrm>
              <a:off x="9348786" y="4367212"/>
              <a:ext cx="9163050" cy="2857500"/>
            </a:xfrm>
            <a:custGeom>
              <a:avLst/>
              <a:gdLst/>
              <a:ahLst/>
              <a:cxnLst/>
              <a:rect l="l" t="t" r="r" b="b"/>
              <a:pathLst>
                <a:path w="9163050" h="2857500">
                  <a:moveTo>
                    <a:pt x="0" y="27860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9091611" y="0"/>
                  </a:lnTo>
                  <a:lnTo>
                    <a:pt x="9096302" y="0"/>
                  </a:lnTo>
                  <a:lnTo>
                    <a:pt x="9100947" y="457"/>
                  </a:lnTo>
                  <a:lnTo>
                    <a:pt x="9105548" y="1372"/>
                  </a:lnTo>
                  <a:lnTo>
                    <a:pt x="9110148" y="2287"/>
                  </a:lnTo>
                  <a:lnTo>
                    <a:pt x="9114615" y="3642"/>
                  </a:lnTo>
                  <a:lnTo>
                    <a:pt x="9118948" y="5437"/>
                  </a:lnTo>
                  <a:lnTo>
                    <a:pt x="9123282" y="7232"/>
                  </a:lnTo>
                  <a:lnTo>
                    <a:pt x="9153615" y="35649"/>
                  </a:lnTo>
                  <a:lnTo>
                    <a:pt x="9157610" y="44099"/>
                  </a:lnTo>
                  <a:lnTo>
                    <a:pt x="9159405" y="48433"/>
                  </a:lnTo>
                  <a:lnTo>
                    <a:pt x="9160761" y="52900"/>
                  </a:lnTo>
                  <a:lnTo>
                    <a:pt x="9161676" y="57500"/>
                  </a:lnTo>
                  <a:lnTo>
                    <a:pt x="9162591" y="62101"/>
                  </a:lnTo>
                  <a:lnTo>
                    <a:pt x="9163049" y="66746"/>
                  </a:lnTo>
                  <a:lnTo>
                    <a:pt x="9163049" y="71437"/>
                  </a:lnTo>
                  <a:lnTo>
                    <a:pt x="9163049" y="2786062"/>
                  </a:lnTo>
                  <a:lnTo>
                    <a:pt x="9163049" y="2790752"/>
                  </a:lnTo>
                  <a:lnTo>
                    <a:pt x="9162591" y="2795398"/>
                  </a:lnTo>
                  <a:lnTo>
                    <a:pt x="9161676" y="2799998"/>
                  </a:lnTo>
                  <a:lnTo>
                    <a:pt x="9160761" y="2804599"/>
                  </a:lnTo>
                  <a:lnTo>
                    <a:pt x="9159405" y="2809066"/>
                  </a:lnTo>
                  <a:lnTo>
                    <a:pt x="9157610" y="2813400"/>
                  </a:lnTo>
                  <a:lnTo>
                    <a:pt x="9155815" y="2817733"/>
                  </a:lnTo>
                  <a:lnTo>
                    <a:pt x="9127399" y="2848066"/>
                  </a:lnTo>
                  <a:lnTo>
                    <a:pt x="9118948" y="2852061"/>
                  </a:lnTo>
                  <a:lnTo>
                    <a:pt x="9114615" y="2853856"/>
                  </a:lnTo>
                  <a:lnTo>
                    <a:pt x="9091611" y="2857499"/>
                  </a:lnTo>
                  <a:lnTo>
                    <a:pt x="71437" y="2857499"/>
                  </a:lnTo>
                  <a:lnTo>
                    <a:pt x="31748" y="2845460"/>
                  </a:lnTo>
                  <a:lnTo>
                    <a:pt x="27848" y="2842854"/>
                  </a:lnTo>
                  <a:lnTo>
                    <a:pt x="3642" y="2809066"/>
                  </a:lnTo>
                  <a:lnTo>
                    <a:pt x="0" y="2790752"/>
                  </a:lnTo>
                  <a:lnTo>
                    <a:pt x="0" y="2786062"/>
                  </a:lnTo>
                  <a:close/>
                </a:path>
              </a:pathLst>
            </a:custGeom>
            <a:ln w="9524">
              <a:solidFill>
                <a:srgbClr val="4040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9" name="object 119"/>
            <p:cNvSpPr/>
            <p:nvPr/>
          </p:nvSpPr>
          <p:spPr>
            <a:xfrm>
              <a:off x="9515474" y="4505324"/>
              <a:ext cx="828675" cy="352425"/>
            </a:xfrm>
            <a:custGeom>
              <a:avLst/>
              <a:gdLst/>
              <a:ahLst/>
              <a:cxnLst/>
              <a:rect l="l" t="t" r="r" b="b"/>
              <a:pathLst>
                <a:path w="828675" h="352425">
                  <a:moveTo>
                    <a:pt x="82867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828674" y="0"/>
                  </a:lnTo>
                  <a:lnTo>
                    <a:pt x="828674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0" name="object 120"/>
            <p:cNvSpPr/>
            <p:nvPr/>
          </p:nvSpPr>
          <p:spPr>
            <a:xfrm>
              <a:off x="9515474" y="4848224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4" y="0"/>
                  </a:lnTo>
                  <a:lnTo>
                    <a:pt x="8286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1" name="object 121"/>
          <p:cNvSpPr txBox="1"/>
          <p:nvPr/>
        </p:nvSpPr>
        <p:spPr>
          <a:xfrm>
            <a:off x="9550399" y="4540249"/>
            <a:ext cx="6083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Threshold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22" name="object 122"/>
          <p:cNvGrpSpPr/>
          <p:nvPr/>
        </p:nvGrpSpPr>
        <p:grpSpPr>
          <a:xfrm>
            <a:off x="10344149" y="4505325"/>
            <a:ext cx="1047750" cy="352425"/>
            <a:chOff x="10344149" y="4505325"/>
            <a:chExt cx="1047750" cy="352425"/>
          </a:xfrm>
        </p:grpSpPr>
        <p:sp>
          <p:nvSpPr>
            <p:cNvPr id="123" name="object 123"/>
            <p:cNvSpPr/>
            <p:nvPr/>
          </p:nvSpPr>
          <p:spPr>
            <a:xfrm>
              <a:off x="10344149" y="4505325"/>
              <a:ext cx="1047750" cy="352425"/>
            </a:xfrm>
            <a:custGeom>
              <a:avLst/>
              <a:gdLst/>
              <a:ahLst/>
              <a:cxnLst/>
              <a:rect l="l" t="t" r="r" b="b"/>
              <a:pathLst>
                <a:path w="1047750" h="352425">
                  <a:moveTo>
                    <a:pt x="1047749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1047749" y="0"/>
                  </a:lnTo>
                  <a:lnTo>
                    <a:pt x="1047749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4" name="object 124"/>
            <p:cNvSpPr/>
            <p:nvPr/>
          </p:nvSpPr>
          <p:spPr>
            <a:xfrm>
              <a:off x="10344149" y="4848224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49" y="0"/>
                  </a:lnTo>
                  <a:lnTo>
                    <a:pt x="10477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5" name="object 125"/>
          <p:cNvSpPr txBox="1"/>
          <p:nvPr/>
        </p:nvSpPr>
        <p:spPr>
          <a:xfrm>
            <a:off x="10379074" y="4540249"/>
            <a:ext cx="69850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5F5F5"/>
                </a:solidFill>
                <a:latin typeface="Segoe UI"/>
                <a:cs typeface="Segoe UI"/>
              </a:rPr>
              <a:t>%</a:t>
            </a: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 Precision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11391899" y="4505325"/>
            <a:ext cx="1047750" cy="352425"/>
            <a:chOff x="11391899" y="4505325"/>
            <a:chExt cx="1047750" cy="352425"/>
          </a:xfrm>
        </p:grpSpPr>
        <p:sp>
          <p:nvSpPr>
            <p:cNvPr id="127" name="object 127"/>
            <p:cNvSpPr/>
            <p:nvPr/>
          </p:nvSpPr>
          <p:spPr>
            <a:xfrm>
              <a:off x="11391899" y="4505325"/>
              <a:ext cx="1047750" cy="352425"/>
            </a:xfrm>
            <a:custGeom>
              <a:avLst/>
              <a:gdLst/>
              <a:ahLst/>
              <a:cxnLst/>
              <a:rect l="l" t="t" r="r" b="b"/>
              <a:pathLst>
                <a:path w="1047750" h="352425">
                  <a:moveTo>
                    <a:pt x="1047749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1047749" y="0"/>
                  </a:lnTo>
                  <a:lnTo>
                    <a:pt x="1047749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8" name="object 128"/>
            <p:cNvSpPr/>
            <p:nvPr/>
          </p:nvSpPr>
          <p:spPr>
            <a:xfrm>
              <a:off x="11391899" y="4848224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49" y="0"/>
                  </a:lnTo>
                  <a:lnTo>
                    <a:pt x="10477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9" name="object 129"/>
          <p:cNvSpPr txBox="1"/>
          <p:nvPr/>
        </p:nvSpPr>
        <p:spPr>
          <a:xfrm>
            <a:off x="11426824" y="4540249"/>
            <a:ext cx="51117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5F5F5"/>
                </a:solidFill>
                <a:latin typeface="Segoe UI"/>
                <a:cs typeface="Segoe UI"/>
              </a:rPr>
              <a:t>%</a:t>
            </a: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 Recall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12439649" y="4505325"/>
            <a:ext cx="933450" cy="352425"/>
            <a:chOff x="12439649" y="4505325"/>
            <a:chExt cx="933450" cy="352425"/>
          </a:xfrm>
        </p:grpSpPr>
        <p:sp>
          <p:nvSpPr>
            <p:cNvPr id="131" name="object 131"/>
            <p:cNvSpPr/>
            <p:nvPr/>
          </p:nvSpPr>
          <p:spPr>
            <a:xfrm>
              <a:off x="12439649" y="4505325"/>
              <a:ext cx="933450" cy="352425"/>
            </a:xfrm>
            <a:custGeom>
              <a:avLst/>
              <a:gdLst/>
              <a:ahLst/>
              <a:cxnLst/>
              <a:rect l="l" t="t" r="r" b="b"/>
              <a:pathLst>
                <a:path w="933450" h="352425">
                  <a:moveTo>
                    <a:pt x="933449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933449" y="0"/>
                  </a:lnTo>
                  <a:lnTo>
                    <a:pt x="933449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2" name="object 132"/>
            <p:cNvSpPr/>
            <p:nvPr/>
          </p:nvSpPr>
          <p:spPr>
            <a:xfrm>
              <a:off x="12439649" y="4848224"/>
              <a:ext cx="933450" cy="9525"/>
            </a:xfrm>
            <a:custGeom>
              <a:avLst/>
              <a:gdLst/>
              <a:ahLst/>
              <a:cxnLst/>
              <a:rect l="l" t="t" r="r" b="b"/>
              <a:pathLst>
                <a:path w="933450" h="9525">
                  <a:moveTo>
                    <a:pt x="0" y="0"/>
                  </a:moveTo>
                  <a:lnTo>
                    <a:pt x="933449" y="0"/>
                  </a:lnTo>
                  <a:lnTo>
                    <a:pt x="9334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3" name="object 133"/>
          <p:cNvSpPr txBox="1"/>
          <p:nvPr/>
        </p:nvSpPr>
        <p:spPr>
          <a:xfrm>
            <a:off x="12474574" y="4540249"/>
            <a:ext cx="69024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5F5F5"/>
                </a:solidFill>
                <a:latin typeface="Segoe UI"/>
                <a:cs typeface="Segoe UI"/>
              </a:rPr>
              <a:t>%</a:t>
            </a: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 F1_Score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13373100" y="4505325"/>
            <a:ext cx="1171575" cy="352425"/>
            <a:chOff x="13373100" y="4505325"/>
            <a:chExt cx="1171575" cy="352425"/>
          </a:xfrm>
        </p:grpSpPr>
        <p:sp>
          <p:nvSpPr>
            <p:cNvPr id="135" name="object 135"/>
            <p:cNvSpPr/>
            <p:nvPr/>
          </p:nvSpPr>
          <p:spPr>
            <a:xfrm>
              <a:off x="13373100" y="4505325"/>
              <a:ext cx="1171575" cy="352425"/>
            </a:xfrm>
            <a:custGeom>
              <a:avLst/>
              <a:gdLst/>
              <a:ahLst/>
              <a:cxnLst/>
              <a:rect l="l" t="t" r="r" b="b"/>
              <a:pathLst>
                <a:path w="1171575" h="352425">
                  <a:moveTo>
                    <a:pt x="117157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1171574" y="0"/>
                  </a:lnTo>
                  <a:lnTo>
                    <a:pt x="1171574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13373100" y="4848224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4" y="0"/>
                  </a:lnTo>
                  <a:lnTo>
                    <a:pt x="11715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7" name="object 137"/>
          <p:cNvSpPr txBox="1"/>
          <p:nvPr/>
        </p:nvSpPr>
        <p:spPr>
          <a:xfrm>
            <a:off x="13408025" y="4540249"/>
            <a:ext cx="89408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5F5F5"/>
                </a:solidFill>
                <a:latin typeface="Segoe UI"/>
                <a:cs typeface="Segoe UI"/>
              </a:rPr>
              <a:t>#</a:t>
            </a: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 True_Positive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38" name="object 138"/>
          <p:cNvGrpSpPr/>
          <p:nvPr/>
        </p:nvGrpSpPr>
        <p:grpSpPr>
          <a:xfrm>
            <a:off x="14544673" y="4505325"/>
            <a:ext cx="1266825" cy="352425"/>
            <a:chOff x="14544673" y="4505325"/>
            <a:chExt cx="1266825" cy="352425"/>
          </a:xfrm>
        </p:grpSpPr>
        <p:sp>
          <p:nvSpPr>
            <p:cNvPr id="139" name="object 139"/>
            <p:cNvSpPr/>
            <p:nvPr/>
          </p:nvSpPr>
          <p:spPr>
            <a:xfrm>
              <a:off x="14544673" y="4505325"/>
              <a:ext cx="1266825" cy="352425"/>
            </a:xfrm>
            <a:custGeom>
              <a:avLst/>
              <a:gdLst/>
              <a:ahLst/>
              <a:cxnLst/>
              <a:rect l="l" t="t" r="r" b="b"/>
              <a:pathLst>
                <a:path w="1266825" h="352425">
                  <a:moveTo>
                    <a:pt x="126682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1266824" y="0"/>
                  </a:lnTo>
                  <a:lnTo>
                    <a:pt x="1266824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0" name="object 140"/>
            <p:cNvSpPr/>
            <p:nvPr/>
          </p:nvSpPr>
          <p:spPr>
            <a:xfrm>
              <a:off x="14544673" y="4848224"/>
              <a:ext cx="1266825" cy="9525"/>
            </a:xfrm>
            <a:custGeom>
              <a:avLst/>
              <a:gdLst/>
              <a:ahLst/>
              <a:cxnLst/>
              <a:rect l="l" t="t" r="r" b="b"/>
              <a:pathLst>
                <a:path w="1266825" h="9525">
                  <a:moveTo>
                    <a:pt x="0" y="0"/>
                  </a:moveTo>
                  <a:lnTo>
                    <a:pt x="1266824" y="0"/>
                  </a:lnTo>
                  <a:lnTo>
                    <a:pt x="12668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1" name="object 141"/>
          <p:cNvSpPr txBox="1"/>
          <p:nvPr/>
        </p:nvSpPr>
        <p:spPr>
          <a:xfrm>
            <a:off x="14579600" y="4540249"/>
            <a:ext cx="9734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5F5F5"/>
                </a:solidFill>
                <a:latin typeface="Segoe UI"/>
                <a:cs typeface="Segoe UI"/>
              </a:rPr>
              <a:t>#</a:t>
            </a: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 True_Negative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42" name="object 142"/>
          <p:cNvGrpSpPr/>
          <p:nvPr/>
        </p:nvGrpSpPr>
        <p:grpSpPr>
          <a:xfrm>
            <a:off x="15811498" y="4505325"/>
            <a:ext cx="1219200" cy="352425"/>
            <a:chOff x="15811498" y="4505325"/>
            <a:chExt cx="1219200" cy="352425"/>
          </a:xfrm>
        </p:grpSpPr>
        <p:sp>
          <p:nvSpPr>
            <p:cNvPr id="143" name="object 143"/>
            <p:cNvSpPr/>
            <p:nvPr/>
          </p:nvSpPr>
          <p:spPr>
            <a:xfrm>
              <a:off x="15811498" y="4505325"/>
              <a:ext cx="1219200" cy="352425"/>
            </a:xfrm>
            <a:custGeom>
              <a:avLst/>
              <a:gdLst/>
              <a:ahLst/>
              <a:cxnLst/>
              <a:rect l="l" t="t" r="r" b="b"/>
              <a:pathLst>
                <a:path w="1219200" h="352425">
                  <a:moveTo>
                    <a:pt x="1219199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1219199" y="0"/>
                  </a:lnTo>
                  <a:lnTo>
                    <a:pt x="1219199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4" name="object 144"/>
            <p:cNvSpPr/>
            <p:nvPr/>
          </p:nvSpPr>
          <p:spPr>
            <a:xfrm>
              <a:off x="15811498" y="4848224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199" y="0"/>
                  </a:lnTo>
                  <a:lnTo>
                    <a:pt x="12191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5" name="object 145"/>
          <p:cNvSpPr txBox="1"/>
          <p:nvPr/>
        </p:nvSpPr>
        <p:spPr>
          <a:xfrm>
            <a:off x="15846425" y="4540249"/>
            <a:ext cx="931544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5F5F5"/>
                </a:solidFill>
                <a:latin typeface="Segoe UI"/>
                <a:cs typeface="Segoe UI"/>
              </a:rPr>
              <a:t>#</a:t>
            </a: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 False_Positive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46" name="object 146"/>
          <p:cNvGrpSpPr/>
          <p:nvPr/>
        </p:nvGrpSpPr>
        <p:grpSpPr>
          <a:xfrm>
            <a:off x="17030698" y="4505325"/>
            <a:ext cx="1304925" cy="352425"/>
            <a:chOff x="17030698" y="4505325"/>
            <a:chExt cx="1304925" cy="352425"/>
          </a:xfrm>
        </p:grpSpPr>
        <p:sp>
          <p:nvSpPr>
            <p:cNvPr id="147" name="object 147"/>
            <p:cNvSpPr/>
            <p:nvPr/>
          </p:nvSpPr>
          <p:spPr>
            <a:xfrm>
              <a:off x="17030698" y="4505325"/>
              <a:ext cx="1304925" cy="352425"/>
            </a:xfrm>
            <a:custGeom>
              <a:avLst/>
              <a:gdLst/>
              <a:ahLst/>
              <a:cxnLst/>
              <a:rect l="l" t="t" r="r" b="b"/>
              <a:pathLst>
                <a:path w="1304925" h="352425">
                  <a:moveTo>
                    <a:pt x="1304924" y="352424"/>
                  </a:moveTo>
                  <a:lnTo>
                    <a:pt x="0" y="352424"/>
                  </a:lnTo>
                  <a:lnTo>
                    <a:pt x="0" y="0"/>
                  </a:lnTo>
                  <a:lnTo>
                    <a:pt x="1304924" y="0"/>
                  </a:lnTo>
                  <a:lnTo>
                    <a:pt x="1304924" y="35242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17030698" y="4848224"/>
              <a:ext cx="1304925" cy="9525"/>
            </a:xfrm>
            <a:custGeom>
              <a:avLst/>
              <a:gdLst/>
              <a:ahLst/>
              <a:cxnLst/>
              <a:rect l="l" t="t" r="r" b="b"/>
              <a:pathLst>
                <a:path w="1304925" h="9525">
                  <a:moveTo>
                    <a:pt x="0" y="0"/>
                  </a:moveTo>
                  <a:lnTo>
                    <a:pt x="1304924" y="0"/>
                  </a:lnTo>
                  <a:lnTo>
                    <a:pt x="1304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9" name="object 149"/>
          <p:cNvSpPr txBox="1"/>
          <p:nvPr/>
        </p:nvSpPr>
        <p:spPr>
          <a:xfrm>
            <a:off x="17065625" y="4540249"/>
            <a:ext cx="101028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F5F5F5"/>
                </a:solidFill>
                <a:latin typeface="Segoe UI"/>
                <a:cs typeface="Segoe UI"/>
              </a:rPr>
              <a:t>#</a:t>
            </a:r>
            <a:r>
              <a:rPr dirty="0" sz="1050" spc="-10">
                <a:solidFill>
                  <a:srgbClr val="F5F5F5"/>
                </a:solidFill>
                <a:latin typeface="Segoe UI"/>
                <a:cs typeface="Segoe UI"/>
              </a:rPr>
              <a:t> False_Negative</a:t>
            </a:r>
            <a:endParaRPr sz="1050">
              <a:latin typeface="Segoe UI"/>
              <a:cs typeface="Segoe UI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9515474" y="4857749"/>
            <a:ext cx="3857625" cy="323850"/>
            <a:chOff x="9515474" y="4857749"/>
            <a:chExt cx="3857625" cy="323850"/>
          </a:xfrm>
        </p:grpSpPr>
        <p:sp>
          <p:nvSpPr>
            <p:cNvPr id="151" name="object 151"/>
            <p:cNvSpPr/>
            <p:nvPr/>
          </p:nvSpPr>
          <p:spPr>
            <a:xfrm>
              <a:off x="9515474" y="4857749"/>
              <a:ext cx="828675" cy="323850"/>
            </a:xfrm>
            <a:custGeom>
              <a:avLst/>
              <a:gdLst/>
              <a:ahLst/>
              <a:cxnLst/>
              <a:rect l="l" t="t" r="r" b="b"/>
              <a:pathLst>
                <a:path w="828675" h="323850">
                  <a:moveTo>
                    <a:pt x="8286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828674" y="0"/>
                  </a:lnTo>
                  <a:lnTo>
                    <a:pt x="8286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9515474" y="5172074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4" y="0"/>
                  </a:lnTo>
                  <a:lnTo>
                    <a:pt x="8286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0344149" y="4857749"/>
              <a:ext cx="1047750" cy="323850"/>
            </a:xfrm>
            <a:custGeom>
              <a:avLst/>
              <a:gdLst/>
              <a:ahLst/>
              <a:cxnLst/>
              <a:rect l="l" t="t" r="r" b="b"/>
              <a:pathLst>
                <a:path w="1047750" h="323850">
                  <a:moveTo>
                    <a:pt x="10477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047749" y="0"/>
                  </a:lnTo>
                  <a:lnTo>
                    <a:pt x="10477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0344149" y="5172074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49" y="0"/>
                  </a:lnTo>
                  <a:lnTo>
                    <a:pt x="10477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1391899" y="4857749"/>
              <a:ext cx="1047750" cy="323850"/>
            </a:xfrm>
            <a:custGeom>
              <a:avLst/>
              <a:gdLst/>
              <a:ahLst/>
              <a:cxnLst/>
              <a:rect l="l" t="t" r="r" b="b"/>
              <a:pathLst>
                <a:path w="1047750" h="323850">
                  <a:moveTo>
                    <a:pt x="10477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047749" y="0"/>
                  </a:lnTo>
                  <a:lnTo>
                    <a:pt x="10477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1391899" y="5172074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49" y="0"/>
                  </a:lnTo>
                  <a:lnTo>
                    <a:pt x="10477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2439649" y="4857749"/>
              <a:ext cx="933450" cy="323850"/>
            </a:xfrm>
            <a:custGeom>
              <a:avLst/>
              <a:gdLst/>
              <a:ahLst/>
              <a:cxnLst/>
              <a:rect l="l" t="t" r="r" b="b"/>
              <a:pathLst>
                <a:path w="933450" h="323850">
                  <a:moveTo>
                    <a:pt x="9334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933449" y="0"/>
                  </a:lnTo>
                  <a:lnTo>
                    <a:pt x="9334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2439649" y="5172074"/>
              <a:ext cx="933450" cy="9525"/>
            </a:xfrm>
            <a:custGeom>
              <a:avLst/>
              <a:gdLst/>
              <a:ahLst/>
              <a:cxnLst/>
              <a:rect l="l" t="t" r="r" b="b"/>
              <a:pathLst>
                <a:path w="933450" h="9525">
                  <a:moveTo>
                    <a:pt x="0" y="0"/>
                  </a:moveTo>
                  <a:lnTo>
                    <a:pt x="933449" y="0"/>
                  </a:lnTo>
                  <a:lnTo>
                    <a:pt x="9334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9" name="object 159"/>
          <p:cNvSpPr txBox="1"/>
          <p:nvPr/>
        </p:nvSpPr>
        <p:spPr>
          <a:xfrm>
            <a:off x="9957741" y="4895913"/>
            <a:ext cx="33807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7380" algn="l"/>
                <a:tab pos="1675130" algn="l"/>
                <a:tab pos="2704465" algn="l"/>
              </a:tabLst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0.10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43.8679%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61.7864%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51.308%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13373100" y="4857749"/>
            <a:ext cx="1171575" cy="323850"/>
            <a:chOff x="13373100" y="4857749"/>
            <a:chExt cx="1171575" cy="323850"/>
          </a:xfrm>
        </p:grpSpPr>
        <p:sp>
          <p:nvSpPr>
            <p:cNvPr id="161" name="object 161"/>
            <p:cNvSpPr/>
            <p:nvPr/>
          </p:nvSpPr>
          <p:spPr>
            <a:xfrm>
              <a:off x="13373100" y="4857749"/>
              <a:ext cx="1171575" cy="323850"/>
            </a:xfrm>
            <a:custGeom>
              <a:avLst/>
              <a:gdLst/>
              <a:ahLst/>
              <a:cxnLst/>
              <a:rect l="l" t="t" r="r" b="b"/>
              <a:pathLst>
                <a:path w="1171575" h="323850">
                  <a:moveTo>
                    <a:pt x="11715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171574" y="0"/>
                  </a:lnTo>
                  <a:lnTo>
                    <a:pt x="11715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2" name="object 162"/>
            <p:cNvSpPr/>
            <p:nvPr/>
          </p:nvSpPr>
          <p:spPr>
            <a:xfrm>
              <a:off x="13373100" y="5172074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4" y="0"/>
                  </a:lnTo>
                  <a:lnTo>
                    <a:pt x="11715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3" name="object 163"/>
          <p:cNvSpPr txBox="1"/>
          <p:nvPr/>
        </p:nvSpPr>
        <p:spPr>
          <a:xfrm>
            <a:off x="14100968" y="489591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2511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64" name="object 164"/>
          <p:cNvGrpSpPr/>
          <p:nvPr/>
        </p:nvGrpSpPr>
        <p:grpSpPr>
          <a:xfrm>
            <a:off x="14544673" y="4857749"/>
            <a:ext cx="1266825" cy="323850"/>
            <a:chOff x="14544673" y="4857749"/>
            <a:chExt cx="1266825" cy="323850"/>
          </a:xfrm>
        </p:grpSpPr>
        <p:sp>
          <p:nvSpPr>
            <p:cNvPr id="165" name="object 165"/>
            <p:cNvSpPr/>
            <p:nvPr/>
          </p:nvSpPr>
          <p:spPr>
            <a:xfrm>
              <a:off x="14544673" y="4857749"/>
              <a:ext cx="1266825" cy="323850"/>
            </a:xfrm>
            <a:custGeom>
              <a:avLst/>
              <a:gdLst/>
              <a:ahLst/>
              <a:cxnLst/>
              <a:rect l="l" t="t" r="r" b="b"/>
              <a:pathLst>
                <a:path w="1266825" h="323850">
                  <a:moveTo>
                    <a:pt x="12668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266824" y="0"/>
                  </a:lnTo>
                  <a:lnTo>
                    <a:pt x="126682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6" name="object 166"/>
            <p:cNvSpPr/>
            <p:nvPr/>
          </p:nvSpPr>
          <p:spPr>
            <a:xfrm>
              <a:off x="14544673" y="5172074"/>
              <a:ext cx="1266825" cy="9525"/>
            </a:xfrm>
            <a:custGeom>
              <a:avLst/>
              <a:gdLst/>
              <a:ahLst/>
              <a:cxnLst/>
              <a:rect l="l" t="t" r="r" b="b"/>
              <a:pathLst>
                <a:path w="1266825" h="9525">
                  <a:moveTo>
                    <a:pt x="0" y="0"/>
                  </a:moveTo>
                  <a:lnTo>
                    <a:pt x="1266824" y="0"/>
                  </a:lnTo>
                  <a:lnTo>
                    <a:pt x="12668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7" name="object 167"/>
          <p:cNvSpPr txBox="1"/>
          <p:nvPr/>
        </p:nvSpPr>
        <p:spPr>
          <a:xfrm>
            <a:off x="15176251" y="4895913"/>
            <a:ext cx="6007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110831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68" name="object 168"/>
          <p:cNvGrpSpPr/>
          <p:nvPr/>
        </p:nvGrpSpPr>
        <p:grpSpPr>
          <a:xfrm>
            <a:off x="15811498" y="4857749"/>
            <a:ext cx="1219200" cy="323850"/>
            <a:chOff x="15811498" y="4857749"/>
            <a:chExt cx="1219200" cy="323850"/>
          </a:xfrm>
        </p:grpSpPr>
        <p:sp>
          <p:nvSpPr>
            <p:cNvPr id="169" name="object 169"/>
            <p:cNvSpPr/>
            <p:nvPr/>
          </p:nvSpPr>
          <p:spPr>
            <a:xfrm>
              <a:off x="15811498" y="4857749"/>
              <a:ext cx="1219200" cy="323850"/>
            </a:xfrm>
            <a:custGeom>
              <a:avLst/>
              <a:gdLst/>
              <a:ahLst/>
              <a:cxnLst/>
              <a:rect l="l" t="t" r="r" b="b"/>
              <a:pathLst>
                <a:path w="1219200" h="323850">
                  <a:moveTo>
                    <a:pt x="121919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219199" y="0"/>
                  </a:lnTo>
                  <a:lnTo>
                    <a:pt x="121919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0" name="object 170"/>
            <p:cNvSpPr/>
            <p:nvPr/>
          </p:nvSpPr>
          <p:spPr>
            <a:xfrm>
              <a:off x="15811498" y="5172074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199" y="0"/>
                  </a:lnTo>
                  <a:lnTo>
                    <a:pt x="12191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1" name="object 171"/>
          <p:cNvSpPr txBox="1"/>
          <p:nvPr/>
        </p:nvSpPr>
        <p:spPr>
          <a:xfrm>
            <a:off x="16586993" y="489591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3213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72" name="object 172"/>
          <p:cNvGrpSpPr/>
          <p:nvPr/>
        </p:nvGrpSpPr>
        <p:grpSpPr>
          <a:xfrm>
            <a:off x="17030698" y="4857749"/>
            <a:ext cx="1304925" cy="323850"/>
            <a:chOff x="17030698" y="4857749"/>
            <a:chExt cx="1304925" cy="323850"/>
          </a:xfrm>
        </p:grpSpPr>
        <p:sp>
          <p:nvSpPr>
            <p:cNvPr id="173" name="object 173"/>
            <p:cNvSpPr/>
            <p:nvPr/>
          </p:nvSpPr>
          <p:spPr>
            <a:xfrm>
              <a:off x="17030698" y="4857749"/>
              <a:ext cx="1304925" cy="323850"/>
            </a:xfrm>
            <a:custGeom>
              <a:avLst/>
              <a:gdLst/>
              <a:ahLst/>
              <a:cxnLst/>
              <a:rect l="l" t="t" r="r" b="b"/>
              <a:pathLst>
                <a:path w="1304925" h="323850">
                  <a:moveTo>
                    <a:pt x="13049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304924" y="0"/>
                  </a:lnTo>
                  <a:lnTo>
                    <a:pt x="130492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4" name="object 174"/>
            <p:cNvSpPr/>
            <p:nvPr/>
          </p:nvSpPr>
          <p:spPr>
            <a:xfrm>
              <a:off x="17030698" y="5172074"/>
              <a:ext cx="1304925" cy="9525"/>
            </a:xfrm>
            <a:custGeom>
              <a:avLst/>
              <a:gdLst/>
              <a:ahLst/>
              <a:cxnLst/>
              <a:rect l="l" t="t" r="r" b="b"/>
              <a:pathLst>
                <a:path w="1304925" h="9525">
                  <a:moveTo>
                    <a:pt x="0" y="0"/>
                  </a:moveTo>
                  <a:lnTo>
                    <a:pt x="1304924" y="0"/>
                  </a:lnTo>
                  <a:lnTo>
                    <a:pt x="1304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5" name="object 175"/>
          <p:cNvSpPr txBox="1"/>
          <p:nvPr/>
        </p:nvSpPr>
        <p:spPr>
          <a:xfrm>
            <a:off x="17891918" y="489591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1553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76" name="object 176"/>
          <p:cNvGrpSpPr/>
          <p:nvPr/>
        </p:nvGrpSpPr>
        <p:grpSpPr>
          <a:xfrm>
            <a:off x="9515474" y="5181599"/>
            <a:ext cx="3857625" cy="323850"/>
            <a:chOff x="9515474" y="5181599"/>
            <a:chExt cx="3857625" cy="323850"/>
          </a:xfrm>
        </p:grpSpPr>
        <p:sp>
          <p:nvSpPr>
            <p:cNvPr id="177" name="object 177"/>
            <p:cNvSpPr/>
            <p:nvPr/>
          </p:nvSpPr>
          <p:spPr>
            <a:xfrm>
              <a:off x="9515474" y="5181599"/>
              <a:ext cx="828675" cy="323850"/>
            </a:xfrm>
            <a:custGeom>
              <a:avLst/>
              <a:gdLst/>
              <a:ahLst/>
              <a:cxnLst/>
              <a:rect l="l" t="t" r="r" b="b"/>
              <a:pathLst>
                <a:path w="828675" h="323850">
                  <a:moveTo>
                    <a:pt x="8286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828674" y="0"/>
                  </a:lnTo>
                  <a:lnTo>
                    <a:pt x="8286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8" name="object 178"/>
            <p:cNvSpPr/>
            <p:nvPr/>
          </p:nvSpPr>
          <p:spPr>
            <a:xfrm>
              <a:off x="9515474" y="5495924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4" y="0"/>
                  </a:lnTo>
                  <a:lnTo>
                    <a:pt x="8286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9" name="object 179"/>
            <p:cNvSpPr/>
            <p:nvPr/>
          </p:nvSpPr>
          <p:spPr>
            <a:xfrm>
              <a:off x="10344149" y="5181599"/>
              <a:ext cx="1047750" cy="323850"/>
            </a:xfrm>
            <a:custGeom>
              <a:avLst/>
              <a:gdLst/>
              <a:ahLst/>
              <a:cxnLst/>
              <a:rect l="l" t="t" r="r" b="b"/>
              <a:pathLst>
                <a:path w="1047750" h="323850">
                  <a:moveTo>
                    <a:pt x="10477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047749" y="0"/>
                  </a:lnTo>
                  <a:lnTo>
                    <a:pt x="10477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0" name="object 180"/>
            <p:cNvSpPr/>
            <p:nvPr/>
          </p:nvSpPr>
          <p:spPr>
            <a:xfrm>
              <a:off x="10344149" y="5495924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49" y="0"/>
                  </a:lnTo>
                  <a:lnTo>
                    <a:pt x="10477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1" name="object 181"/>
            <p:cNvSpPr/>
            <p:nvPr/>
          </p:nvSpPr>
          <p:spPr>
            <a:xfrm>
              <a:off x="11391899" y="5181599"/>
              <a:ext cx="1047750" cy="323850"/>
            </a:xfrm>
            <a:custGeom>
              <a:avLst/>
              <a:gdLst/>
              <a:ahLst/>
              <a:cxnLst/>
              <a:rect l="l" t="t" r="r" b="b"/>
              <a:pathLst>
                <a:path w="1047750" h="323850">
                  <a:moveTo>
                    <a:pt x="10477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047749" y="0"/>
                  </a:lnTo>
                  <a:lnTo>
                    <a:pt x="10477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2" name="object 182"/>
            <p:cNvSpPr/>
            <p:nvPr/>
          </p:nvSpPr>
          <p:spPr>
            <a:xfrm>
              <a:off x="11391899" y="5495924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49" y="0"/>
                  </a:lnTo>
                  <a:lnTo>
                    <a:pt x="10477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3" name="object 183"/>
            <p:cNvSpPr/>
            <p:nvPr/>
          </p:nvSpPr>
          <p:spPr>
            <a:xfrm>
              <a:off x="12439649" y="5181599"/>
              <a:ext cx="933450" cy="323850"/>
            </a:xfrm>
            <a:custGeom>
              <a:avLst/>
              <a:gdLst/>
              <a:ahLst/>
              <a:cxnLst/>
              <a:rect l="l" t="t" r="r" b="b"/>
              <a:pathLst>
                <a:path w="933450" h="323850">
                  <a:moveTo>
                    <a:pt x="9334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933449" y="0"/>
                  </a:lnTo>
                  <a:lnTo>
                    <a:pt x="9334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4" name="object 184"/>
            <p:cNvSpPr/>
            <p:nvPr/>
          </p:nvSpPr>
          <p:spPr>
            <a:xfrm>
              <a:off x="12439649" y="5495924"/>
              <a:ext cx="933450" cy="9525"/>
            </a:xfrm>
            <a:custGeom>
              <a:avLst/>
              <a:gdLst/>
              <a:ahLst/>
              <a:cxnLst/>
              <a:rect l="l" t="t" r="r" b="b"/>
              <a:pathLst>
                <a:path w="933450" h="9525">
                  <a:moveTo>
                    <a:pt x="0" y="0"/>
                  </a:moveTo>
                  <a:lnTo>
                    <a:pt x="933449" y="0"/>
                  </a:lnTo>
                  <a:lnTo>
                    <a:pt x="9334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5" name="object 185"/>
          <p:cNvSpPr txBox="1"/>
          <p:nvPr/>
        </p:nvSpPr>
        <p:spPr>
          <a:xfrm>
            <a:off x="9957741" y="5219763"/>
            <a:ext cx="33807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7380" algn="l"/>
                <a:tab pos="1675130" algn="l"/>
                <a:tab pos="2704465" algn="l"/>
              </a:tabLst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0.20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59.5210%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50.1476%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54.434%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86" name="object 186"/>
          <p:cNvGrpSpPr/>
          <p:nvPr/>
        </p:nvGrpSpPr>
        <p:grpSpPr>
          <a:xfrm>
            <a:off x="13373100" y="5181599"/>
            <a:ext cx="1171575" cy="323850"/>
            <a:chOff x="13373100" y="5181599"/>
            <a:chExt cx="1171575" cy="323850"/>
          </a:xfrm>
        </p:grpSpPr>
        <p:sp>
          <p:nvSpPr>
            <p:cNvPr id="187" name="object 187"/>
            <p:cNvSpPr/>
            <p:nvPr/>
          </p:nvSpPr>
          <p:spPr>
            <a:xfrm>
              <a:off x="13373100" y="5181599"/>
              <a:ext cx="1171575" cy="323850"/>
            </a:xfrm>
            <a:custGeom>
              <a:avLst/>
              <a:gdLst/>
              <a:ahLst/>
              <a:cxnLst/>
              <a:rect l="l" t="t" r="r" b="b"/>
              <a:pathLst>
                <a:path w="1171575" h="323850">
                  <a:moveTo>
                    <a:pt x="11715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171574" y="0"/>
                  </a:lnTo>
                  <a:lnTo>
                    <a:pt x="11715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8" name="object 188"/>
            <p:cNvSpPr/>
            <p:nvPr/>
          </p:nvSpPr>
          <p:spPr>
            <a:xfrm>
              <a:off x="13373100" y="5495924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4" y="0"/>
                  </a:lnTo>
                  <a:lnTo>
                    <a:pt x="11715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9" name="object 189"/>
          <p:cNvSpPr txBox="1"/>
          <p:nvPr/>
        </p:nvSpPr>
        <p:spPr>
          <a:xfrm>
            <a:off x="14100968" y="521976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2038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90" name="object 190"/>
          <p:cNvGrpSpPr/>
          <p:nvPr/>
        </p:nvGrpSpPr>
        <p:grpSpPr>
          <a:xfrm>
            <a:off x="14544673" y="5181599"/>
            <a:ext cx="1266825" cy="323850"/>
            <a:chOff x="14544673" y="5181599"/>
            <a:chExt cx="1266825" cy="323850"/>
          </a:xfrm>
        </p:grpSpPr>
        <p:sp>
          <p:nvSpPr>
            <p:cNvPr id="191" name="object 191"/>
            <p:cNvSpPr/>
            <p:nvPr/>
          </p:nvSpPr>
          <p:spPr>
            <a:xfrm>
              <a:off x="14544673" y="5181599"/>
              <a:ext cx="1266825" cy="323850"/>
            </a:xfrm>
            <a:custGeom>
              <a:avLst/>
              <a:gdLst/>
              <a:ahLst/>
              <a:cxnLst/>
              <a:rect l="l" t="t" r="r" b="b"/>
              <a:pathLst>
                <a:path w="1266825" h="323850">
                  <a:moveTo>
                    <a:pt x="12668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266824" y="0"/>
                  </a:lnTo>
                  <a:lnTo>
                    <a:pt x="126682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2" name="object 192"/>
            <p:cNvSpPr/>
            <p:nvPr/>
          </p:nvSpPr>
          <p:spPr>
            <a:xfrm>
              <a:off x="14544673" y="5495924"/>
              <a:ext cx="1266825" cy="9525"/>
            </a:xfrm>
            <a:custGeom>
              <a:avLst/>
              <a:gdLst/>
              <a:ahLst/>
              <a:cxnLst/>
              <a:rect l="l" t="t" r="r" b="b"/>
              <a:pathLst>
                <a:path w="1266825" h="9525">
                  <a:moveTo>
                    <a:pt x="0" y="0"/>
                  </a:moveTo>
                  <a:lnTo>
                    <a:pt x="1266824" y="0"/>
                  </a:lnTo>
                  <a:lnTo>
                    <a:pt x="12668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3" name="object 193"/>
          <p:cNvSpPr txBox="1"/>
          <p:nvPr/>
        </p:nvSpPr>
        <p:spPr>
          <a:xfrm>
            <a:off x="15176251" y="5219763"/>
            <a:ext cx="6007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112658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94" name="object 194"/>
          <p:cNvGrpSpPr/>
          <p:nvPr/>
        </p:nvGrpSpPr>
        <p:grpSpPr>
          <a:xfrm>
            <a:off x="15811498" y="5181599"/>
            <a:ext cx="1219200" cy="323850"/>
            <a:chOff x="15811498" y="5181599"/>
            <a:chExt cx="1219200" cy="323850"/>
          </a:xfrm>
        </p:grpSpPr>
        <p:sp>
          <p:nvSpPr>
            <p:cNvPr id="195" name="object 195"/>
            <p:cNvSpPr/>
            <p:nvPr/>
          </p:nvSpPr>
          <p:spPr>
            <a:xfrm>
              <a:off x="15811498" y="5181599"/>
              <a:ext cx="1219200" cy="323850"/>
            </a:xfrm>
            <a:custGeom>
              <a:avLst/>
              <a:gdLst/>
              <a:ahLst/>
              <a:cxnLst/>
              <a:rect l="l" t="t" r="r" b="b"/>
              <a:pathLst>
                <a:path w="1219200" h="323850">
                  <a:moveTo>
                    <a:pt x="121919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219199" y="0"/>
                  </a:lnTo>
                  <a:lnTo>
                    <a:pt x="121919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6" name="object 196"/>
            <p:cNvSpPr/>
            <p:nvPr/>
          </p:nvSpPr>
          <p:spPr>
            <a:xfrm>
              <a:off x="15811498" y="5495924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199" y="0"/>
                  </a:lnTo>
                  <a:lnTo>
                    <a:pt x="12191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7" name="object 197"/>
          <p:cNvSpPr txBox="1"/>
          <p:nvPr/>
        </p:nvSpPr>
        <p:spPr>
          <a:xfrm>
            <a:off x="16586993" y="521976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1386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198" name="object 198"/>
          <p:cNvGrpSpPr/>
          <p:nvPr/>
        </p:nvGrpSpPr>
        <p:grpSpPr>
          <a:xfrm>
            <a:off x="17030698" y="5181599"/>
            <a:ext cx="1304925" cy="323850"/>
            <a:chOff x="17030698" y="5181599"/>
            <a:chExt cx="1304925" cy="323850"/>
          </a:xfrm>
        </p:grpSpPr>
        <p:sp>
          <p:nvSpPr>
            <p:cNvPr id="199" name="object 199"/>
            <p:cNvSpPr/>
            <p:nvPr/>
          </p:nvSpPr>
          <p:spPr>
            <a:xfrm>
              <a:off x="17030698" y="5181599"/>
              <a:ext cx="1304925" cy="323850"/>
            </a:xfrm>
            <a:custGeom>
              <a:avLst/>
              <a:gdLst/>
              <a:ahLst/>
              <a:cxnLst/>
              <a:rect l="l" t="t" r="r" b="b"/>
              <a:pathLst>
                <a:path w="1304925" h="323850">
                  <a:moveTo>
                    <a:pt x="13049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304924" y="0"/>
                  </a:lnTo>
                  <a:lnTo>
                    <a:pt x="130492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0" name="object 200"/>
            <p:cNvSpPr/>
            <p:nvPr/>
          </p:nvSpPr>
          <p:spPr>
            <a:xfrm>
              <a:off x="17030698" y="5495924"/>
              <a:ext cx="1304925" cy="9525"/>
            </a:xfrm>
            <a:custGeom>
              <a:avLst/>
              <a:gdLst/>
              <a:ahLst/>
              <a:cxnLst/>
              <a:rect l="l" t="t" r="r" b="b"/>
              <a:pathLst>
                <a:path w="1304925" h="9525">
                  <a:moveTo>
                    <a:pt x="0" y="0"/>
                  </a:moveTo>
                  <a:lnTo>
                    <a:pt x="1304924" y="0"/>
                  </a:lnTo>
                  <a:lnTo>
                    <a:pt x="1304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1" name="object 201"/>
          <p:cNvSpPr txBox="1"/>
          <p:nvPr/>
        </p:nvSpPr>
        <p:spPr>
          <a:xfrm>
            <a:off x="17891918" y="521976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2026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02" name="object 202"/>
          <p:cNvGrpSpPr/>
          <p:nvPr/>
        </p:nvGrpSpPr>
        <p:grpSpPr>
          <a:xfrm>
            <a:off x="9515474" y="5505449"/>
            <a:ext cx="3857625" cy="323850"/>
            <a:chOff x="9515474" y="5505449"/>
            <a:chExt cx="3857625" cy="323850"/>
          </a:xfrm>
        </p:grpSpPr>
        <p:sp>
          <p:nvSpPr>
            <p:cNvPr id="203" name="object 203"/>
            <p:cNvSpPr/>
            <p:nvPr/>
          </p:nvSpPr>
          <p:spPr>
            <a:xfrm>
              <a:off x="9515474" y="5505449"/>
              <a:ext cx="828675" cy="323850"/>
            </a:xfrm>
            <a:custGeom>
              <a:avLst/>
              <a:gdLst/>
              <a:ahLst/>
              <a:cxnLst/>
              <a:rect l="l" t="t" r="r" b="b"/>
              <a:pathLst>
                <a:path w="828675" h="323850">
                  <a:moveTo>
                    <a:pt x="8286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828674" y="0"/>
                  </a:lnTo>
                  <a:lnTo>
                    <a:pt x="8286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4" name="object 204"/>
            <p:cNvSpPr/>
            <p:nvPr/>
          </p:nvSpPr>
          <p:spPr>
            <a:xfrm>
              <a:off x="9515474" y="5819774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4" y="0"/>
                  </a:lnTo>
                  <a:lnTo>
                    <a:pt x="8286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5" name="object 205"/>
            <p:cNvSpPr/>
            <p:nvPr/>
          </p:nvSpPr>
          <p:spPr>
            <a:xfrm>
              <a:off x="10344149" y="5505449"/>
              <a:ext cx="1047750" cy="323850"/>
            </a:xfrm>
            <a:custGeom>
              <a:avLst/>
              <a:gdLst/>
              <a:ahLst/>
              <a:cxnLst/>
              <a:rect l="l" t="t" r="r" b="b"/>
              <a:pathLst>
                <a:path w="1047750" h="323850">
                  <a:moveTo>
                    <a:pt x="10477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047749" y="0"/>
                  </a:lnTo>
                  <a:lnTo>
                    <a:pt x="10477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6" name="object 206"/>
            <p:cNvSpPr/>
            <p:nvPr/>
          </p:nvSpPr>
          <p:spPr>
            <a:xfrm>
              <a:off x="10344149" y="5819774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49" y="0"/>
                  </a:lnTo>
                  <a:lnTo>
                    <a:pt x="10477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7" name="object 207"/>
            <p:cNvSpPr/>
            <p:nvPr/>
          </p:nvSpPr>
          <p:spPr>
            <a:xfrm>
              <a:off x="11391899" y="5505449"/>
              <a:ext cx="1047750" cy="323850"/>
            </a:xfrm>
            <a:custGeom>
              <a:avLst/>
              <a:gdLst/>
              <a:ahLst/>
              <a:cxnLst/>
              <a:rect l="l" t="t" r="r" b="b"/>
              <a:pathLst>
                <a:path w="1047750" h="323850">
                  <a:moveTo>
                    <a:pt x="10477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047749" y="0"/>
                  </a:lnTo>
                  <a:lnTo>
                    <a:pt x="10477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8" name="object 208"/>
            <p:cNvSpPr/>
            <p:nvPr/>
          </p:nvSpPr>
          <p:spPr>
            <a:xfrm>
              <a:off x="11391899" y="5819774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49" y="0"/>
                  </a:lnTo>
                  <a:lnTo>
                    <a:pt x="10477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9" name="object 209"/>
            <p:cNvSpPr/>
            <p:nvPr/>
          </p:nvSpPr>
          <p:spPr>
            <a:xfrm>
              <a:off x="12439649" y="5505449"/>
              <a:ext cx="933450" cy="323850"/>
            </a:xfrm>
            <a:custGeom>
              <a:avLst/>
              <a:gdLst/>
              <a:ahLst/>
              <a:cxnLst/>
              <a:rect l="l" t="t" r="r" b="b"/>
              <a:pathLst>
                <a:path w="933450" h="323850">
                  <a:moveTo>
                    <a:pt x="9334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933449" y="0"/>
                  </a:lnTo>
                  <a:lnTo>
                    <a:pt x="9334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0" name="object 210"/>
            <p:cNvSpPr/>
            <p:nvPr/>
          </p:nvSpPr>
          <p:spPr>
            <a:xfrm>
              <a:off x="12439649" y="5819774"/>
              <a:ext cx="933450" cy="9525"/>
            </a:xfrm>
            <a:custGeom>
              <a:avLst/>
              <a:gdLst/>
              <a:ahLst/>
              <a:cxnLst/>
              <a:rect l="l" t="t" r="r" b="b"/>
              <a:pathLst>
                <a:path w="933450" h="9525">
                  <a:moveTo>
                    <a:pt x="0" y="0"/>
                  </a:moveTo>
                  <a:lnTo>
                    <a:pt x="933449" y="0"/>
                  </a:lnTo>
                  <a:lnTo>
                    <a:pt x="9334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1" name="object 211"/>
          <p:cNvSpPr txBox="1"/>
          <p:nvPr/>
        </p:nvSpPr>
        <p:spPr>
          <a:xfrm>
            <a:off x="9957741" y="5543613"/>
            <a:ext cx="33807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7380" algn="l"/>
                <a:tab pos="1675130" algn="l"/>
                <a:tab pos="2704465" algn="l"/>
              </a:tabLst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0.30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69.8705%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43.8238%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53.864%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13373100" y="5505449"/>
            <a:ext cx="1171575" cy="323850"/>
            <a:chOff x="13373100" y="5505449"/>
            <a:chExt cx="1171575" cy="323850"/>
          </a:xfrm>
        </p:grpSpPr>
        <p:sp>
          <p:nvSpPr>
            <p:cNvPr id="213" name="object 213"/>
            <p:cNvSpPr/>
            <p:nvPr/>
          </p:nvSpPr>
          <p:spPr>
            <a:xfrm>
              <a:off x="13373100" y="5505449"/>
              <a:ext cx="1171575" cy="323850"/>
            </a:xfrm>
            <a:custGeom>
              <a:avLst/>
              <a:gdLst/>
              <a:ahLst/>
              <a:cxnLst/>
              <a:rect l="l" t="t" r="r" b="b"/>
              <a:pathLst>
                <a:path w="1171575" h="323850">
                  <a:moveTo>
                    <a:pt x="11715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171574" y="0"/>
                  </a:lnTo>
                  <a:lnTo>
                    <a:pt x="11715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4" name="object 214"/>
            <p:cNvSpPr/>
            <p:nvPr/>
          </p:nvSpPr>
          <p:spPr>
            <a:xfrm>
              <a:off x="13373100" y="5819774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4" y="0"/>
                  </a:lnTo>
                  <a:lnTo>
                    <a:pt x="11715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5" name="object 215"/>
          <p:cNvSpPr txBox="1"/>
          <p:nvPr/>
        </p:nvSpPr>
        <p:spPr>
          <a:xfrm>
            <a:off x="14100968" y="554361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1781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14544673" y="5505449"/>
            <a:ext cx="1266825" cy="323850"/>
            <a:chOff x="14544673" y="5505449"/>
            <a:chExt cx="1266825" cy="323850"/>
          </a:xfrm>
        </p:grpSpPr>
        <p:sp>
          <p:nvSpPr>
            <p:cNvPr id="217" name="object 217"/>
            <p:cNvSpPr/>
            <p:nvPr/>
          </p:nvSpPr>
          <p:spPr>
            <a:xfrm>
              <a:off x="14544673" y="5505449"/>
              <a:ext cx="1266825" cy="323850"/>
            </a:xfrm>
            <a:custGeom>
              <a:avLst/>
              <a:gdLst/>
              <a:ahLst/>
              <a:cxnLst/>
              <a:rect l="l" t="t" r="r" b="b"/>
              <a:pathLst>
                <a:path w="1266825" h="323850">
                  <a:moveTo>
                    <a:pt x="12668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266824" y="0"/>
                  </a:lnTo>
                  <a:lnTo>
                    <a:pt x="126682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8" name="object 218"/>
            <p:cNvSpPr/>
            <p:nvPr/>
          </p:nvSpPr>
          <p:spPr>
            <a:xfrm>
              <a:off x="14544673" y="5819774"/>
              <a:ext cx="1266825" cy="9525"/>
            </a:xfrm>
            <a:custGeom>
              <a:avLst/>
              <a:gdLst/>
              <a:ahLst/>
              <a:cxnLst/>
              <a:rect l="l" t="t" r="r" b="b"/>
              <a:pathLst>
                <a:path w="1266825" h="9525">
                  <a:moveTo>
                    <a:pt x="0" y="0"/>
                  </a:moveTo>
                  <a:lnTo>
                    <a:pt x="1266824" y="0"/>
                  </a:lnTo>
                  <a:lnTo>
                    <a:pt x="12668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9" name="object 219"/>
          <p:cNvSpPr txBox="1"/>
          <p:nvPr/>
        </p:nvSpPr>
        <p:spPr>
          <a:xfrm>
            <a:off x="15176251" y="5543613"/>
            <a:ext cx="6007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113276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20" name="object 220"/>
          <p:cNvGrpSpPr/>
          <p:nvPr/>
        </p:nvGrpSpPr>
        <p:grpSpPr>
          <a:xfrm>
            <a:off x="15811498" y="5505449"/>
            <a:ext cx="1219200" cy="323850"/>
            <a:chOff x="15811498" y="5505449"/>
            <a:chExt cx="1219200" cy="323850"/>
          </a:xfrm>
        </p:grpSpPr>
        <p:sp>
          <p:nvSpPr>
            <p:cNvPr id="221" name="object 221"/>
            <p:cNvSpPr/>
            <p:nvPr/>
          </p:nvSpPr>
          <p:spPr>
            <a:xfrm>
              <a:off x="15811498" y="5505449"/>
              <a:ext cx="1219200" cy="323850"/>
            </a:xfrm>
            <a:custGeom>
              <a:avLst/>
              <a:gdLst/>
              <a:ahLst/>
              <a:cxnLst/>
              <a:rect l="l" t="t" r="r" b="b"/>
              <a:pathLst>
                <a:path w="1219200" h="323850">
                  <a:moveTo>
                    <a:pt x="121919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219199" y="0"/>
                  </a:lnTo>
                  <a:lnTo>
                    <a:pt x="121919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2" name="object 222"/>
            <p:cNvSpPr/>
            <p:nvPr/>
          </p:nvSpPr>
          <p:spPr>
            <a:xfrm>
              <a:off x="15811498" y="5819774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199" y="0"/>
                  </a:lnTo>
                  <a:lnTo>
                    <a:pt x="12191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3" name="object 223"/>
          <p:cNvSpPr txBox="1"/>
          <p:nvPr/>
        </p:nvSpPr>
        <p:spPr>
          <a:xfrm>
            <a:off x="16682839" y="5543613"/>
            <a:ext cx="3130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5F5F5"/>
                </a:solidFill>
                <a:latin typeface="Segoe UI"/>
                <a:cs typeface="Segoe UI"/>
              </a:rPr>
              <a:t>768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24" name="object 224"/>
          <p:cNvGrpSpPr/>
          <p:nvPr/>
        </p:nvGrpSpPr>
        <p:grpSpPr>
          <a:xfrm>
            <a:off x="17030698" y="5505449"/>
            <a:ext cx="1304925" cy="323850"/>
            <a:chOff x="17030698" y="5505449"/>
            <a:chExt cx="1304925" cy="323850"/>
          </a:xfrm>
        </p:grpSpPr>
        <p:sp>
          <p:nvSpPr>
            <p:cNvPr id="225" name="object 225"/>
            <p:cNvSpPr/>
            <p:nvPr/>
          </p:nvSpPr>
          <p:spPr>
            <a:xfrm>
              <a:off x="17030698" y="5505449"/>
              <a:ext cx="1304925" cy="323850"/>
            </a:xfrm>
            <a:custGeom>
              <a:avLst/>
              <a:gdLst/>
              <a:ahLst/>
              <a:cxnLst/>
              <a:rect l="l" t="t" r="r" b="b"/>
              <a:pathLst>
                <a:path w="1304925" h="323850">
                  <a:moveTo>
                    <a:pt x="13049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304924" y="0"/>
                  </a:lnTo>
                  <a:lnTo>
                    <a:pt x="130492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6" name="object 226"/>
            <p:cNvSpPr/>
            <p:nvPr/>
          </p:nvSpPr>
          <p:spPr>
            <a:xfrm>
              <a:off x="17030698" y="5819774"/>
              <a:ext cx="1304925" cy="9525"/>
            </a:xfrm>
            <a:custGeom>
              <a:avLst/>
              <a:gdLst/>
              <a:ahLst/>
              <a:cxnLst/>
              <a:rect l="l" t="t" r="r" b="b"/>
              <a:pathLst>
                <a:path w="1304925" h="9525">
                  <a:moveTo>
                    <a:pt x="0" y="0"/>
                  </a:moveTo>
                  <a:lnTo>
                    <a:pt x="1304924" y="0"/>
                  </a:lnTo>
                  <a:lnTo>
                    <a:pt x="1304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7" name="object 227"/>
          <p:cNvSpPr txBox="1"/>
          <p:nvPr/>
        </p:nvSpPr>
        <p:spPr>
          <a:xfrm>
            <a:off x="17891918" y="554361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2283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28" name="object 228"/>
          <p:cNvGrpSpPr/>
          <p:nvPr/>
        </p:nvGrpSpPr>
        <p:grpSpPr>
          <a:xfrm>
            <a:off x="9515474" y="5829299"/>
            <a:ext cx="3857625" cy="323850"/>
            <a:chOff x="9515474" y="5829299"/>
            <a:chExt cx="3857625" cy="323850"/>
          </a:xfrm>
        </p:grpSpPr>
        <p:sp>
          <p:nvSpPr>
            <p:cNvPr id="229" name="object 229"/>
            <p:cNvSpPr/>
            <p:nvPr/>
          </p:nvSpPr>
          <p:spPr>
            <a:xfrm>
              <a:off x="9515474" y="5829299"/>
              <a:ext cx="828675" cy="323850"/>
            </a:xfrm>
            <a:custGeom>
              <a:avLst/>
              <a:gdLst/>
              <a:ahLst/>
              <a:cxnLst/>
              <a:rect l="l" t="t" r="r" b="b"/>
              <a:pathLst>
                <a:path w="828675" h="323850">
                  <a:moveTo>
                    <a:pt x="8286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828674" y="0"/>
                  </a:lnTo>
                  <a:lnTo>
                    <a:pt x="8286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0" name="object 230"/>
            <p:cNvSpPr/>
            <p:nvPr/>
          </p:nvSpPr>
          <p:spPr>
            <a:xfrm>
              <a:off x="9515474" y="6143624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4" y="0"/>
                  </a:lnTo>
                  <a:lnTo>
                    <a:pt x="8286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1" name="object 231"/>
            <p:cNvSpPr/>
            <p:nvPr/>
          </p:nvSpPr>
          <p:spPr>
            <a:xfrm>
              <a:off x="10344149" y="5829299"/>
              <a:ext cx="1047750" cy="323850"/>
            </a:xfrm>
            <a:custGeom>
              <a:avLst/>
              <a:gdLst/>
              <a:ahLst/>
              <a:cxnLst/>
              <a:rect l="l" t="t" r="r" b="b"/>
              <a:pathLst>
                <a:path w="1047750" h="323850">
                  <a:moveTo>
                    <a:pt x="10477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047749" y="0"/>
                  </a:lnTo>
                  <a:lnTo>
                    <a:pt x="10477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2" name="object 232"/>
            <p:cNvSpPr/>
            <p:nvPr/>
          </p:nvSpPr>
          <p:spPr>
            <a:xfrm>
              <a:off x="10344149" y="6143624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49" y="0"/>
                  </a:lnTo>
                  <a:lnTo>
                    <a:pt x="10477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3" name="object 233"/>
            <p:cNvSpPr/>
            <p:nvPr/>
          </p:nvSpPr>
          <p:spPr>
            <a:xfrm>
              <a:off x="11391899" y="5829299"/>
              <a:ext cx="1047750" cy="323850"/>
            </a:xfrm>
            <a:custGeom>
              <a:avLst/>
              <a:gdLst/>
              <a:ahLst/>
              <a:cxnLst/>
              <a:rect l="l" t="t" r="r" b="b"/>
              <a:pathLst>
                <a:path w="1047750" h="323850">
                  <a:moveTo>
                    <a:pt x="10477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047749" y="0"/>
                  </a:lnTo>
                  <a:lnTo>
                    <a:pt x="10477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4" name="object 234"/>
            <p:cNvSpPr/>
            <p:nvPr/>
          </p:nvSpPr>
          <p:spPr>
            <a:xfrm>
              <a:off x="11391899" y="6143624"/>
              <a:ext cx="1047750" cy="9525"/>
            </a:xfrm>
            <a:custGeom>
              <a:avLst/>
              <a:gdLst/>
              <a:ahLst/>
              <a:cxnLst/>
              <a:rect l="l" t="t" r="r" b="b"/>
              <a:pathLst>
                <a:path w="1047750" h="9525">
                  <a:moveTo>
                    <a:pt x="0" y="0"/>
                  </a:moveTo>
                  <a:lnTo>
                    <a:pt x="1047749" y="0"/>
                  </a:lnTo>
                  <a:lnTo>
                    <a:pt x="10477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5" name="object 235"/>
            <p:cNvSpPr/>
            <p:nvPr/>
          </p:nvSpPr>
          <p:spPr>
            <a:xfrm>
              <a:off x="12439649" y="5829299"/>
              <a:ext cx="933450" cy="323850"/>
            </a:xfrm>
            <a:custGeom>
              <a:avLst/>
              <a:gdLst/>
              <a:ahLst/>
              <a:cxnLst/>
              <a:rect l="l" t="t" r="r" b="b"/>
              <a:pathLst>
                <a:path w="933450" h="323850">
                  <a:moveTo>
                    <a:pt x="93344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933449" y="0"/>
                  </a:lnTo>
                  <a:lnTo>
                    <a:pt x="93344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6" name="object 236"/>
            <p:cNvSpPr/>
            <p:nvPr/>
          </p:nvSpPr>
          <p:spPr>
            <a:xfrm>
              <a:off x="12439649" y="6143624"/>
              <a:ext cx="933450" cy="9525"/>
            </a:xfrm>
            <a:custGeom>
              <a:avLst/>
              <a:gdLst/>
              <a:ahLst/>
              <a:cxnLst/>
              <a:rect l="l" t="t" r="r" b="b"/>
              <a:pathLst>
                <a:path w="933450" h="9525">
                  <a:moveTo>
                    <a:pt x="0" y="0"/>
                  </a:moveTo>
                  <a:lnTo>
                    <a:pt x="933449" y="0"/>
                  </a:lnTo>
                  <a:lnTo>
                    <a:pt x="93344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7" name="object 237"/>
          <p:cNvSpPr txBox="1"/>
          <p:nvPr/>
        </p:nvSpPr>
        <p:spPr>
          <a:xfrm>
            <a:off x="9957741" y="5867463"/>
            <a:ext cx="33807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7380" algn="l"/>
                <a:tab pos="1675130" algn="l"/>
                <a:tab pos="2704465" algn="l"/>
              </a:tabLst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0.40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76.9529%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39.0256%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51.788%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38" name="object 238"/>
          <p:cNvGrpSpPr/>
          <p:nvPr/>
        </p:nvGrpSpPr>
        <p:grpSpPr>
          <a:xfrm>
            <a:off x="13373100" y="5829299"/>
            <a:ext cx="1171575" cy="323850"/>
            <a:chOff x="13373100" y="5829299"/>
            <a:chExt cx="1171575" cy="323850"/>
          </a:xfrm>
        </p:grpSpPr>
        <p:sp>
          <p:nvSpPr>
            <p:cNvPr id="239" name="object 239"/>
            <p:cNvSpPr/>
            <p:nvPr/>
          </p:nvSpPr>
          <p:spPr>
            <a:xfrm>
              <a:off x="13373100" y="5829299"/>
              <a:ext cx="1171575" cy="323850"/>
            </a:xfrm>
            <a:custGeom>
              <a:avLst/>
              <a:gdLst/>
              <a:ahLst/>
              <a:cxnLst/>
              <a:rect l="l" t="t" r="r" b="b"/>
              <a:pathLst>
                <a:path w="1171575" h="323850">
                  <a:moveTo>
                    <a:pt x="117157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171574" y="0"/>
                  </a:lnTo>
                  <a:lnTo>
                    <a:pt x="117157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0" name="object 240"/>
            <p:cNvSpPr/>
            <p:nvPr/>
          </p:nvSpPr>
          <p:spPr>
            <a:xfrm>
              <a:off x="13373100" y="6143624"/>
              <a:ext cx="1171575" cy="9525"/>
            </a:xfrm>
            <a:custGeom>
              <a:avLst/>
              <a:gdLst/>
              <a:ahLst/>
              <a:cxnLst/>
              <a:rect l="l" t="t" r="r" b="b"/>
              <a:pathLst>
                <a:path w="1171575" h="9525">
                  <a:moveTo>
                    <a:pt x="0" y="0"/>
                  </a:moveTo>
                  <a:lnTo>
                    <a:pt x="1171574" y="0"/>
                  </a:lnTo>
                  <a:lnTo>
                    <a:pt x="117157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1" name="object 241"/>
          <p:cNvSpPr txBox="1"/>
          <p:nvPr/>
        </p:nvSpPr>
        <p:spPr>
          <a:xfrm>
            <a:off x="14100968" y="586746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1586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42" name="object 242"/>
          <p:cNvGrpSpPr/>
          <p:nvPr/>
        </p:nvGrpSpPr>
        <p:grpSpPr>
          <a:xfrm>
            <a:off x="14544673" y="5829299"/>
            <a:ext cx="1266825" cy="323850"/>
            <a:chOff x="14544673" y="5829299"/>
            <a:chExt cx="1266825" cy="323850"/>
          </a:xfrm>
        </p:grpSpPr>
        <p:sp>
          <p:nvSpPr>
            <p:cNvPr id="243" name="object 243"/>
            <p:cNvSpPr/>
            <p:nvPr/>
          </p:nvSpPr>
          <p:spPr>
            <a:xfrm>
              <a:off x="14544673" y="5829299"/>
              <a:ext cx="1266825" cy="323850"/>
            </a:xfrm>
            <a:custGeom>
              <a:avLst/>
              <a:gdLst/>
              <a:ahLst/>
              <a:cxnLst/>
              <a:rect l="l" t="t" r="r" b="b"/>
              <a:pathLst>
                <a:path w="1266825" h="323850">
                  <a:moveTo>
                    <a:pt x="12668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266824" y="0"/>
                  </a:lnTo>
                  <a:lnTo>
                    <a:pt x="126682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4" name="object 244"/>
            <p:cNvSpPr/>
            <p:nvPr/>
          </p:nvSpPr>
          <p:spPr>
            <a:xfrm>
              <a:off x="14544673" y="6143624"/>
              <a:ext cx="1266825" cy="9525"/>
            </a:xfrm>
            <a:custGeom>
              <a:avLst/>
              <a:gdLst/>
              <a:ahLst/>
              <a:cxnLst/>
              <a:rect l="l" t="t" r="r" b="b"/>
              <a:pathLst>
                <a:path w="1266825" h="9525">
                  <a:moveTo>
                    <a:pt x="0" y="0"/>
                  </a:moveTo>
                  <a:lnTo>
                    <a:pt x="1266824" y="0"/>
                  </a:lnTo>
                  <a:lnTo>
                    <a:pt x="12668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5" name="object 245"/>
          <p:cNvSpPr txBox="1"/>
          <p:nvPr/>
        </p:nvSpPr>
        <p:spPr>
          <a:xfrm>
            <a:off x="15176251" y="5867463"/>
            <a:ext cx="6007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113569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15811498" y="5829299"/>
            <a:ext cx="1219200" cy="323850"/>
            <a:chOff x="15811498" y="5829299"/>
            <a:chExt cx="1219200" cy="323850"/>
          </a:xfrm>
        </p:grpSpPr>
        <p:sp>
          <p:nvSpPr>
            <p:cNvPr id="247" name="object 247"/>
            <p:cNvSpPr/>
            <p:nvPr/>
          </p:nvSpPr>
          <p:spPr>
            <a:xfrm>
              <a:off x="15811498" y="5829299"/>
              <a:ext cx="1219200" cy="323850"/>
            </a:xfrm>
            <a:custGeom>
              <a:avLst/>
              <a:gdLst/>
              <a:ahLst/>
              <a:cxnLst/>
              <a:rect l="l" t="t" r="r" b="b"/>
              <a:pathLst>
                <a:path w="1219200" h="323850">
                  <a:moveTo>
                    <a:pt x="1219199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219199" y="0"/>
                  </a:lnTo>
                  <a:lnTo>
                    <a:pt x="1219199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8" name="object 248"/>
            <p:cNvSpPr/>
            <p:nvPr/>
          </p:nvSpPr>
          <p:spPr>
            <a:xfrm>
              <a:off x="15811498" y="6143624"/>
              <a:ext cx="1219200" cy="9525"/>
            </a:xfrm>
            <a:custGeom>
              <a:avLst/>
              <a:gdLst/>
              <a:ahLst/>
              <a:cxnLst/>
              <a:rect l="l" t="t" r="r" b="b"/>
              <a:pathLst>
                <a:path w="1219200" h="9525">
                  <a:moveTo>
                    <a:pt x="0" y="0"/>
                  </a:moveTo>
                  <a:lnTo>
                    <a:pt x="1219199" y="0"/>
                  </a:lnTo>
                  <a:lnTo>
                    <a:pt x="1219199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9" name="object 249"/>
          <p:cNvSpPr txBox="1"/>
          <p:nvPr/>
        </p:nvSpPr>
        <p:spPr>
          <a:xfrm>
            <a:off x="16682839" y="5867463"/>
            <a:ext cx="3130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5F5F5"/>
                </a:solidFill>
                <a:latin typeface="Segoe UI"/>
                <a:cs typeface="Segoe UI"/>
              </a:rPr>
              <a:t>475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50" name="object 250"/>
          <p:cNvGrpSpPr/>
          <p:nvPr/>
        </p:nvGrpSpPr>
        <p:grpSpPr>
          <a:xfrm>
            <a:off x="17030698" y="5829299"/>
            <a:ext cx="1304925" cy="323850"/>
            <a:chOff x="17030698" y="5829299"/>
            <a:chExt cx="1304925" cy="323850"/>
          </a:xfrm>
        </p:grpSpPr>
        <p:sp>
          <p:nvSpPr>
            <p:cNvPr id="251" name="object 251"/>
            <p:cNvSpPr/>
            <p:nvPr/>
          </p:nvSpPr>
          <p:spPr>
            <a:xfrm>
              <a:off x="17030698" y="5829299"/>
              <a:ext cx="1304925" cy="323850"/>
            </a:xfrm>
            <a:custGeom>
              <a:avLst/>
              <a:gdLst/>
              <a:ahLst/>
              <a:cxnLst/>
              <a:rect l="l" t="t" r="r" b="b"/>
              <a:pathLst>
                <a:path w="1304925" h="323850">
                  <a:moveTo>
                    <a:pt x="1304924" y="323849"/>
                  </a:moveTo>
                  <a:lnTo>
                    <a:pt x="0" y="323849"/>
                  </a:lnTo>
                  <a:lnTo>
                    <a:pt x="0" y="0"/>
                  </a:lnTo>
                  <a:lnTo>
                    <a:pt x="1304924" y="0"/>
                  </a:lnTo>
                  <a:lnTo>
                    <a:pt x="1304924" y="323849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2" name="object 252"/>
            <p:cNvSpPr/>
            <p:nvPr/>
          </p:nvSpPr>
          <p:spPr>
            <a:xfrm>
              <a:off x="17030698" y="6143624"/>
              <a:ext cx="1304925" cy="9525"/>
            </a:xfrm>
            <a:custGeom>
              <a:avLst/>
              <a:gdLst/>
              <a:ahLst/>
              <a:cxnLst/>
              <a:rect l="l" t="t" r="r" b="b"/>
              <a:pathLst>
                <a:path w="1304925" h="9525">
                  <a:moveTo>
                    <a:pt x="0" y="0"/>
                  </a:moveTo>
                  <a:lnTo>
                    <a:pt x="1304924" y="0"/>
                  </a:lnTo>
                  <a:lnTo>
                    <a:pt x="1304924" y="9525"/>
                  </a:lnTo>
                  <a:lnTo>
                    <a:pt x="0" y="95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FDFD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3" name="object 253"/>
          <p:cNvSpPr txBox="1"/>
          <p:nvPr/>
        </p:nvSpPr>
        <p:spPr>
          <a:xfrm>
            <a:off x="17891918" y="586746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2478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54" name="object 254"/>
          <p:cNvSpPr/>
          <p:nvPr/>
        </p:nvSpPr>
        <p:spPr>
          <a:xfrm>
            <a:off x="9515462" y="6153149"/>
            <a:ext cx="3857625" cy="314325"/>
          </a:xfrm>
          <a:custGeom>
            <a:avLst/>
            <a:gdLst/>
            <a:ahLst/>
            <a:cxnLst/>
            <a:rect l="l" t="t" r="r" b="b"/>
            <a:pathLst>
              <a:path w="3857625" h="314325">
                <a:moveTo>
                  <a:pt x="3857625" y="0"/>
                </a:moveTo>
                <a:lnTo>
                  <a:pt x="2924175" y="0"/>
                </a:lnTo>
                <a:lnTo>
                  <a:pt x="1876425" y="0"/>
                </a:lnTo>
                <a:lnTo>
                  <a:pt x="828675" y="0"/>
                </a:lnTo>
                <a:lnTo>
                  <a:pt x="0" y="0"/>
                </a:lnTo>
                <a:lnTo>
                  <a:pt x="0" y="314325"/>
                </a:lnTo>
                <a:lnTo>
                  <a:pt x="828675" y="314325"/>
                </a:lnTo>
                <a:lnTo>
                  <a:pt x="1876425" y="314325"/>
                </a:lnTo>
                <a:lnTo>
                  <a:pt x="2924175" y="314325"/>
                </a:lnTo>
                <a:lnTo>
                  <a:pt x="3857625" y="314325"/>
                </a:lnTo>
                <a:lnTo>
                  <a:pt x="3857625" y="0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5" name="object 255"/>
          <p:cNvSpPr txBox="1"/>
          <p:nvPr/>
        </p:nvSpPr>
        <p:spPr>
          <a:xfrm>
            <a:off x="9957741" y="6191313"/>
            <a:ext cx="33807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7380" algn="l"/>
                <a:tab pos="1675130" algn="l"/>
                <a:tab pos="2704465" algn="l"/>
              </a:tabLst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0.50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82.0408%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34.6211%</a:t>
            </a:r>
            <a:r>
              <a:rPr dirty="0" sz="1400">
                <a:solidFill>
                  <a:srgbClr val="F5F5F5"/>
                </a:solidFill>
                <a:latin typeface="Segoe UI"/>
                <a:cs typeface="Segoe UI"/>
              </a:rPr>
              <a:t>	</a:t>
            </a: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48.694%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56" name="object 256"/>
          <p:cNvSpPr/>
          <p:nvPr/>
        </p:nvSpPr>
        <p:spPr>
          <a:xfrm>
            <a:off x="13373100" y="6153149"/>
            <a:ext cx="1171575" cy="314325"/>
          </a:xfrm>
          <a:custGeom>
            <a:avLst/>
            <a:gdLst/>
            <a:ahLst/>
            <a:cxnLst/>
            <a:rect l="l" t="t" r="r" b="b"/>
            <a:pathLst>
              <a:path w="1171575" h="314325">
                <a:moveTo>
                  <a:pt x="1171574" y="314324"/>
                </a:moveTo>
                <a:lnTo>
                  <a:pt x="0" y="314324"/>
                </a:lnTo>
                <a:lnTo>
                  <a:pt x="0" y="0"/>
                </a:lnTo>
                <a:lnTo>
                  <a:pt x="1171574" y="0"/>
                </a:lnTo>
                <a:lnTo>
                  <a:pt x="1171574" y="314324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7" name="object 257"/>
          <p:cNvSpPr txBox="1"/>
          <p:nvPr/>
        </p:nvSpPr>
        <p:spPr>
          <a:xfrm>
            <a:off x="14100968" y="619131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1407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58" name="object 258"/>
          <p:cNvSpPr/>
          <p:nvPr/>
        </p:nvSpPr>
        <p:spPr>
          <a:xfrm>
            <a:off x="14544673" y="6153149"/>
            <a:ext cx="1266825" cy="314325"/>
          </a:xfrm>
          <a:custGeom>
            <a:avLst/>
            <a:gdLst/>
            <a:ahLst/>
            <a:cxnLst/>
            <a:rect l="l" t="t" r="r" b="b"/>
            <a:pathLst>
              <a:path w="1266825" h="314325">
                <a:moveTo>
                  <a:pt x="12668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1266824" y="0"/>
                </a:lnTo>
                <a:lnTo>
                  <a:pt x="1266824" y="314324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9" name="object 259"/>
          <p:cNvSpPr txBox="1"/>
          <p:nvPr/>
        </p:nvSpPr>
        <p:spPr>
          <a:xfrm>
            <a:off x="15176251" y="6191313"/>
            <a:ext cx="60071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5F5F5"/>
                </a:solidFill>
                <a:latin typeface="Segoe UI"/>
                <a:cs typeface="Segoe UI"/>
              </a:rPr>
              <a:t>113736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60" name="object 260"/>
          <p:cNvSpPr/>
          <p:nvPr/>
        </p:nvSpPr>
        <p:spPr>
          <a:xfrm>
            <a:off x="15811498" y="6153149"/>
            <a:ext cx="1219200" cy="314325"/>
          </a:xfrm>
          <a:custGeom>
            <a:avLst/>
            <a:gdLst/>
            <a:ahLst/>
            <a:cxnLst/>
            <a:rect l="l" t="t" r="r" b="b"/>
            <a:pathLst>
              <a:path w="1219200" h="314325">
                <a:moveTo>
                  <a:pt x="1219199" y="314324"/>
                </a:moveTo>
                <a:lnTo>
                  <a:pt x="0" y="314324"/>
                </a:lnTo>
                <a:lnTo>
                  <a:pt x="0" y="0"/>
                </a:lnTo>
                <a:lnTo>
                  <a:pt x="1219199" y="0"/>
                </a:lnTo>
                <a:lnTo>
                  <a:pt x="1219199" y="314324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1" name="object 261"/>
          <p:cNvSpPr txBox="1"/>
          <p:nvPr/>
        </p:nvSpPr>
        <p:spPr>
          <a:xfrm>
            <a:off x="16682839" y="6191313"/>
            <a:ext cx="3130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5F5F5"/>
                </a:solidFill>
                <a:latin typeface="Segoe UI"/>
                <a:cs typeface="Segoe UI"/>
              </a:rPr>
              <a:t>308</a:t>
            </a:r>
            <a:endParaRPr sz="1400">
              <a:latin typeface="Segoe UI"/>
              <a:cs typeface="Segoe UI"/>
            </a:endParaRPr>
          </a:p>
        </p:txBody>
      </p:sp>
      <p:sp>
        <p:nvSpPr>
          <p:cNvPr id="262" name="object 262"/>
          <p:cNvSpPr/>
          <p:nvPr/>
        </p:nvSpPr>
        <p:spPr>
          <a:xfrm>
            <a:off x="17030698" y="6153149"/>
            <a:ext cx="1304925" cy="314325"/>
          </a:xfrm>
          <a:custGeom>
            <a:avLst/>
            <a:gdLst/>
            <a:ahLst/>
            <a:cxnLst/>
            <a:rect l="l" t="t" r="r" b="b"/>
            <a:pathLst>
              <a:path w="1304925" h="314325">
                <a:moveTo>
                  <a:pt x="1304924" y="314324"/>
                </a:moveTo>
                <a:lnTo>
                  <a:pt x="0" y="314324"/>
                </a:lnTo>
                <a:lnTo>
                  <a:pt x="0" y="0"/>
                </a:lnTo>
                <a:lnTo>
                  <a:pt x="1304924" y="0"/>
                </a:lnTo>
                <a:lnTo>
                  <a:pt x="1304924" y="314324"/>
                </a:lnTo>
                <a:close/>
              </a:path>
            </a:pathLst>
          </a:custGeom>
          <a:solidFill>
            <a:srgbClr val="1F1F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3" name="object 263"/>
          <p:cNvSpPr txBox="1"/>
          <p:nvPr/>
        </p:nvSpPr>
        <p:spPr>
          <a:xfrm>
            <a:off x="17891918" y="6191313"/>
            <a:ext cx="4089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5F5F5"/>
                </a:solidFill>
                <a:latin typeface="Segoe UI"/>
                <a:cs typeface="Segoe UI"/>
              </a:rPr>
              <a:t>2657</a:t>
            </a:r>
            <a:endParaRPr sz="1400">
              <a:latin typeface="Segoe UI"/>
              <a:cs typeface="Segoe UI"/>
            </a:endParaRPr>
          </a:p>
        </p:txBody>
      </p:sp>
      <p:grpSp>
        <p:nvGrpSpPr>
          <p:cNvPr id="264" name="object 264"/>
          <p:cNvGrpSpPr/>
          <p:nvPr/>
        </p:nvGrpSpPr>
        <p:grpSpPr>
          <a:xfrm>
            <a:off x="219074" y="476249"/>
            <a:ext cx="6029325" cy="581025"/>
            <a:chOff x="219074" y="476249"/>
            <a:chExt cx="6029325" cy="581025"/>
          </a:xfrm>
        </p:grpSpPr>
        <p:sp>
          <p:nvSpPr>
            <p:cNvPr id="265" name="object 265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6010274" y="561974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6010274" y="0"/>
                  </a:lnTo>
                  <a:lnTo>
                    <a:pt x="6010274" y="561974"/>
                  </a:lnTo>
                  <a:close/>
                </a:path>
              </a:pathLst>
            </a:custGeom>
            <a:solidFill>
              <a:srgbClr val="1F1F1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6" name="object 266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5729286" y="561975"/>
                  </a:moveTo>
                  <a:lnTo>
                    <a:pt x="0" y="561974"/>
                  </a:lnTo>
                  <a:lnTo>
                    <a:pt x="0" y="0"/>
                  </a:lnTo>
                  <a:lnTo>
                    <a:pt x="5729287" y="0"/>
                  </a:lnTo>
                  <a:lnTo>
                    <a:pt x="6010274" y="280987"/>
                  </a:lnTo>
                  <a:lnTo>
                    <a:pt x="5729286" y="561975"/>
                  </a:lnTo>
                  <a:close/>
                </a:path>
              </a:pathLst>
            </a:custGeom>
            <a:solidFill>
              <a:srgbClr val="265D9A">
                <a:alpha val="50000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7" name="object 267"/>
            <p:cNvSpPr/>
            <p:nvPr/>
          </p:nvSpPr>
          <p:spPr>
            <a:xfrm>
              <a:off x="228599" y="485774"/>
              <a:ext cx="6010275" cy="561975"/>
            </a:xfrm>
            <a:custGeom>
              <a:avLst/>
              <a:gdLst/>
              <a:ahLst/>
              <a:cxnLst/>
              <a:rect l="l" t="t" r="r" b="b"/>
              <a:pathLst>
                <a:path w="6010275" h="561975">
                  <a:moveTo>
                    <a:pt x="0" y="0"/>
                  </a:moveTo>
                  <a:lnTo>
                    <a:pt x="5729286" y="0"/>
                  </a:lnTo>
                  <a:lnTo>
                    <a:pt x="6010274" y="280987"/>
                  </a:lnTo>
                  <a:lnTo>
                    <a:pt x="5729286" y="561974"/>
                  </a:lnTo>
                  <a:lnTo>
                    <a:pt x="0" y="561974"/>
                  </a:lnTo>
                  <a:lnTo>
                    <a:pt x="0" y="0"/>
                  </a:lnTo>
                </a:path>
              </a:pathLst>
            </a:custGeom>
            <a:ln w="19049">
              <a:solidFill>
                <a:srgbClr val="3A7DB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8" name="object 26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224790">
              <a:lnSpc>
                <a:spcPts val="4425"/>
              </a:lnSpc>
            </a:pPr>
            <a:r>
              <a:rPr dirty="0" spc="-270"/>
              <a:t>Fraud</a:t>
            </a:r>
            <a:r>
              <a:rPr dirty="0" spc="40"/>
              <a:t> </a:t>
            </a:r>
            <a:r>
              <a:rPr dirty="0" spc="-490"/>
              <a:t>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2026-10-06T11:01:47Z</dcterms:created>
  <dcterms:modified xsi:type="dcterms:W3CDTF">2026-10-06T11:01:47Z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2026-10-06T00:00:00Z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2026-10-06T00:00:00Z</vt:filetime>
  </property>
</Properties>
</file>